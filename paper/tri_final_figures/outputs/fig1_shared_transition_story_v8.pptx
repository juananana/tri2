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925cb704b14886" /><Relationship Type="http://schemas.openxmlformats.org/officeDocument/2006/relationships/extended-properties" Target="/docProps/app.xml" Id="R2019062d877c4810" /><Relationship Type="http://schemas.openxmlformats.org/officeDocument/2006/relationships/officeDocument" Target="/ppt/presentation.xml" Id="R6ad828424c3f40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15b606b754520"/>
  </p:sldMasterIdLst>
  <p:notesMasterIdLst>
    <p:notesMasterId xmlns:r="http://schemas.openxmlformats.org/officeDocument/2006/relationships" r:id="R6fccf7086cc944c0"/>
  </p:notesMasterIdLst>
  <p:sldIdLst>
    <p:sldId xmlns:r="http://schemas.openxmlformats.org/officeDocument/2006/relationships" id="256" r:id="Ra8ed5af7b331486c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46220732e44772" /><Relationship Type="http://schemas.openxmlformats.org/officeDocument/2006/relationships/slideMaster" Target="/ppt/slideMasters/slideMaster1.xml" Id="R2fc15b606b754520" /><Relationship Type="http://schemas.openxmlformats.org/officeDocument/2006/relationships/notesMaster" Target="/ppt/notesMasters/notesMaster1.xml" Id="R6fccf7086cc944c0" /><Relationship Type="http://schemas.openxmlformats.org/officeDocument/2006/relationships/presProps" Target="/ppt/presProps.xml" Id="Re401a1bc2f534e9f" /><Relationship Type="http://schemas.openxmlformats.org/officeDocument/2006/relationships/tableStyles" Target="/ppt/tableStyles.xml" Id="Rf53f9cbd7eb84fb4" /><Relationship Type="http://schemas.openxmlformats.org/officeDocument/2006/relationships/slide" Target="/ppt/slides/slide1.xml" Id="Ra8ed5af7b33148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562620d7634a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e61eaba374604" /><Relationship Type="http://schemas.openxmlformats.org/officeDocument/2006/relationships/notesMaster" Target="/ppt/notesMasters/notesMaster1.xml" Id="R6bc1051e1d0b42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ce60f3baf4b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f7f2c948754bdb" /><Relationship Type="http://schemas.openxmlformats.org/officeDocument/2006/relationships/slideLayout" Target="/ppt/slideLayouts/slideLayout1.xml" Id="R8067a7d6ae6d49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67a7d6ae6d49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5311f17174e57" /><Relationship Type="http://schemas.openxmlformats.org/officeDocument/2006/relationships/notesSlide" Target="/ppt/notesSlides/notesSlide1.xml" Id="R7c44750dcd0544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D137B478-77F8-4639-8712-B66879F5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correct target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126D6A76-D7E9-42DC-BBFA-C28AFBDF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61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The same refresh supports opposite-gold instructions.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CA20EB95-1D55-44A1-BBAD-C511777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8F3E7689-3336-4A5D-99B9-CE309FBB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3C98D6E8-76F2-4790-B348-028B7653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3DC80FEB-4941-4527-BE8C-4C21784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2FE6ECA8-16B1-4442-975D-C12A76F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D1F1CDD6-B85D-415C-BE1D-2D4EC4F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38ADBC79-5DCA-4E81-BC2E-E55B2E4B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E25BF60B-214A-4E62-BE74-966A7D24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68A7BF79-6985-4A58-B233-2A41EB44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561F1EF6-9BD9-487A-BC2A-48D8C591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C19CDFD5-5C29-4E17-93FF-5BBC5AFA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A0CF107E-51D8-4F5A-A330-B955446E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A197A716-1086-4C96-89CE-76AF6CEB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45BBA01E-AFD5-4C28-833F-6781BC41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4B6C97EC-68C7-4642-96F9-9C50F416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4C433CAF-264B-4815-8A26-010DA19C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779683E1-C62C-4D70-8A72-C507AEEC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8AC64220-74F4-470E-845F-32D83C27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CBBD5793-147E-4EE9-9C09-E31C8A92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38DB3073-F537-4103-939D-5BF22A59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3A568A43-431B-438D-A055-C1764B0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E9A6F9BE-0EF0-4734-A71C-94DCD1F7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97E22102-569D-41F7-B9ED-A0D10AE0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B4706B58-52DE-4964-BB43-E1ADAD6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648F6AD0-A0DF-4B51-94A5-0D96A2E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2513B241-303B-43BB-9475-61ADA07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02984705-349A-416B-91FD-D22F326D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B976995B-D64F-4835-A063-A21FA5CC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7DF7A5F1-ED97-4AEB-9E96-66A3068B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A8BB20E3-816B-44CB-86EE-4E31771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4E89BA9C-8A90-4E9C-8BA5-2E1BAFCD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DA16B3C3-D86D-43DA-B8F1-46A26235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7E5F9F56-C9A6-487F-8D8E-C6E4A881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0933A559-B127-40D4-9FD4-68A2298C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E6864E2B-A433-44A5-8A66-10F98186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418E97CF-38B6-4C96-8D93-A5AF27BE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EBA8B0D8-F1CB-4A75-95BF-0087FA50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6D4199B6-929E-4D38-BF42-51B0A393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A786FECB-D93B-41F8-BA21-D1DD4515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3055E1A0-30F9-482B-9734-BA2C2802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1477F595-829C-440A-9179-57AC9E9A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F6BAB1B5-B270-4BD7-A3ED-77F75366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53347FA9-1430-47F3-A504-54AA1C7B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2F8EFC1A-9B45-49CF-BAAD-6D6AB3F4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CA6374D6-FE01-4A66-A594-359F3804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D654DAC3-85DB-4EB6-805F-0CF4076D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CE887729-5336-4868-A2AE-040116A2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B9B2D9F8-80F2-410F-8F99-C63409BA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6CFD9387-5050-47EC-9D7F-721327A3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967D38B3-E955-4B8A-AC77-BE6060EC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C3AA44F8-29D0-46FD-BD59-6E9D27F2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3027965D-4C7E-45B8-999B-A9C39DCC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6C896064-999A-46FE-A6E4-584B2322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555B67BE-6E61-483B-8663-8C319140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07D5C0EE-A445-405D-A2D3-6EBFC77A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44A8085F-CEA6-4883-BC3E-997F72E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85A1F869-EFE1-410F-9A2D-4015B9FE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63D04787-526F-40B2-B517-0B3B4756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9153E50C-5383-46BF-ADEB-C1AB9D31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0C3F7FC3-0C58-4C25-9B6B-9A26F9E9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FDAA8C2B-1659-4302-B814-F21842C9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control-frame-shadow">
            <a:extLst xmlns:a="http://schemas.openxmlformats.org/drawingml/2006/main">
              <a:ext uri="{FF2B5EF4-FFF2-40B4-BE49-F238E27FC236}">
                <a16:creationId xmlns:a16="http://schemas.microsoft.com/office/drawing/2014/main" id="{30A9B1C5-201D-4C37-AB41-25CFA061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971550"/>
            <a:ext cx="7086600" cy="3371850"/>
          </a:xfrm>
          <a:prstGeom xmlns:a="http://schemas.openxmlformats.org/drawingml/2006/main" prst="roundRect">
            <a:avLst>
              <a:gd name="adj" fmla="val 7345"/>
            </a:avLst>
          </a:prstGeom>
          <a:solidFill xmlns:a="http://schemas.openxmlformats.org/drawingml/2006/main">
            <a:srgbClr val="DFF1F0"/>
          </a:solidFill>
          <a:ln xmlns:a="http://schemas.openxmlformats.org/drawingml/2006/main" w="19050">
            <a:solidFill>
              <a:srgbClr val="DFF1F0"/>
            </a:solidFill>
            <a:prstDash val="solid"/>
          </a:ln>
        </p:spPr>
      </p:sp>
      <p:sp>
        <p:nvSpPr>
          <p:cNvPr id="65" name="control-frame">
            <a:extLst xmlns:a="http://schemas.openxmlformats.org/drawingml/2006/main">
              <a:ext uri="{FF2B5EF4-FFF2-40B4-BE49-F238E27FC236}">
                <a16:creationId xmlns:a16="http://schemas.microsoft.com/office/drawing/2014/main" id="{CE05043A-24F5-4AB4-8F1C-0E224448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876300"/>
            <a:ext cx="7086600" cy="3371850"/>
          </a:xfrm>
          <a:prstGeom xmlns:a="http://schemas.openxmlformats.org/drawingml/2006/main" prst="roundRect">
            <a:avLst>
              <a:gd name="adj" fmla="val 7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A3F2A8AC-80E5-4AC1-8ED1-18C29008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F274EE12-3E7C-4649-8ECD-A0B2A66B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950C95E4-F034-4377-8BCC-4F533D32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56952BD3-EFE6-4DAE-ABBD-19C0740F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302653DB-D05C-448B-B1DB-9CFE8902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control-state-title">
            <a:extLst xmlns:a="http://schemas.openxmlformats.org/drawingml/2006/main">
              <a:ext uri="{FF2B5EF4-FFF2-40B4-BE49-F238E27FC236}">
                <a16:creationId xmlns:a16="http://schemas.microsoft.com/office/drawing/2014/main" id="{56259F03-248C-46EA-8AEA-474EB1FA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1781175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2" name="control-state-divider">
            <a:extLst xmlns:a="http://schemas.openxmlformats.org/drawingml/2006/main">
              <a:ext uri="{FF2B5EF4-FFF2-40B4-BE49-F238E27FC236}">
                <a16:creationId xmlns:a16="http://schemas.microsoft.com/office/drawing/2014/main" id="{19534665-9FEC-430E-8311-B4587DBB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58575" y="2114550"/>
            <a:ext cx="0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73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67553388-037B-4D8C-846D-5FAE6C03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20478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#1  PRESERVE</a:t>
            </a:r>
          </a:p>
        </p:txBody>
      </p:sp>
      <p:sp>
        <p:nvSpPr>
          <p:cNvPr id="74" name="preserve-it">
            <a:extLst xmlns:a="http://schemas.openxmlformats.org/drawingml/2006/main">
              <a:ext uri="{FF2B5EF4-FFF2-40B4-BE49-F238E27FC236}">
                <a16:creationId xmlns:a16="http://schemas.microsoft.com/office/drawing/2014/main" id="{397878BC-36F3-4806-B039-ED166A2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5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EA59C4AC-5CEE-4BD0-BF11-9A9B6972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3907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6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F937BAE0-881A-46A6-976A-A8F0E32E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524125"/>
            <a:ext cx="7048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7387B102-2B16-4F19-B0E6-3DDF52B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1755" y="2343150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83549AB7-C62F-488C-9584-81B1350F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8893" y="2531745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9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3B3AF8B6-7167-4429-93D5-CC84BB40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198" y="260889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E9A4009B-6E4A-4308-A18A-1DAF182F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915" y="2668905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F2BD3B6F-F180-4A3E-A9CB-88FC203E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525" y="2524125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C96C4C2A-49D9-4C88-83B0-C3E32389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3622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3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689828EA-560F-47CD-93E5-E25660B4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39479390-C568-4EDC-9F11-CFB4B3BC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294322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</a:t>
            </a:r>
          </a:p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85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2D9CF17D-1988-420F-9099-A2471590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3448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6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B0B6B6CF-21A5-4091-8149-41438EB0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3350" y="204787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#2  REEVALUATE</a:t>
            </a:r>
          </a:p>
        </p:txBody>
      </p:sp>
      <p:sp>
        <p:nvSpPr>
          <p:cNvPr id="87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379CE7BC-B7DB-417E-994E-741CEB3C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88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7E3BEB6D-9BFC-4D75-BDA7-029E1FC7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3907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9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1C5445F9-B8E4-462D-942A-415EF616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1075" y="2524125"/>
            <a:ext cx="628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86C7CF42-A7A8-41AB-8F34-4118A64E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369820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1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38B6F45B-699A-455B-98D8-4C53E12E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815590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2" name="reevaluate-hourglass-cross-a">
            <a:extLst xmlns:a="http://schemas.openxmlformats.org/drawingml/2006/main">
              <a:ext uri="{FF2B5EF4-FFF2-40B4-BE49-F238E27FC236}">
                <a16:creationId xmlns:a16="http://schemas.microsoft.com/office/drawing/2014/main" id="{C1A5FC97-42D2-4FA7-8880-745C3DF8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56883" y="2421255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3" name="reevaluate-hourglass-cross-b">
            <a:extLst xmlns:a="http://schemas.openxmlformats.org/drawingml/2006/main">
              <a:ext uri="{FF2B5EF4-FFF2-40B4-BE49-F238E27FC236}">
                <a16:creationId xmlns:a16="http://schemas.microsoft.com/office/drawing/2014/main" id="{5F7C9C1E-C03F-490C-BC39-F21FD5CC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156883" y="2421255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4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6D23C0DE-A736-4630-AACA-0D57BD5E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6890" y="2446973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5E446C82-8F88-49A6-AD5A-3CE046A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216890" y="2618423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B6754D2B-C801-48D3-858C-C04AE109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75" y="2524125"/>
            <a:ext cx="4572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1681C59C-3C06-4EFC-8926-3975EB47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3622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8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C04EFCC1-36E2-47BD-BFEC-00333338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9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976B9156-5047-489A-98CA-71C7C64F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00" y="29432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</a:t>
            </a:r>
          </a:p>
          <a:p xmlns:a="http://schemas.openxmlformats.org/drawingml/2006/main">
            <a:pPr algn="ctr">
              <a:defRPr sz="172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AFTER REFRESH</a:t>
            </a:r>
          </a:p>
        </p:txBody>
      </p:sp>
      <p:sp>
        <p:nvSpPr>
          <p:cNvPr id="100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C7885758-BB53-42FF-ABCE-067D6E51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3448050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1" name="cloud-takeaway">
            <a:extLst xmlns:a="http://schemas.openxmlformats.org/drawingml/2006/main">
              <a:ext uri="{FF2B5EF4-FFF2-40B4-BE49-F238E27FC236}">
                <a16:creationId xmlns:a16="http://schemas.microsoft.com/office/drawing/2014/main" id="{2CF96E9F-FD62-4D3F-BE56-1C2DA9EB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384810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SAME REFRESH  ·  OPPOSITE CORRECT TARGETS</a:t>
            </a:r>
          </a:p>
        </p:txBody>
      </p:sp>
      <p:sp>
        <p:nvSpPr>
          <p:cNvPr id="10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BB07B488-CE8A-48E3-835E-2F03826B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3" name="header-instructions">
            <a:extLst xmlns:a="http://schemas.openxmlformats.org/drawingml/2006/main">
              <a:ext uri="{FF2B5EF4-FFF2-40B4-BE49-F238E27FC236}">
                <a16:creationId xmlns:a16="http://schemas.microsoft.com/office/drawing/2014/main" id="{C13747AB-AFA5-4824-A9A8-774A684B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4686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04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EC6AC365-88D9-4EB4-87D5-2A7903A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05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205840FC-34BC-4DA9-91AC-4DDBA90F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106" name="header-underline">
            <a:extLst xmlns:a="http://schemas.openxmlformats.org/drawingml/2006/main">
              <a:ext uri="{FF2B5EF4-FFF2-40B4-BE49-F238E27FC236}">
                <a16:creationId xmlns:a16="http://schemas.microsoft.com/office/drawing/2014/main" id="{D1F2CE86-5ABF-4247-9C96-617313C8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124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107" name="bottom-col-target">
            <a:extLst xmlns:a="http://schemas.openxmlformats.org/drawingml/2006/main">
              <a:ext uri="{FF2B5EF4-FFF2-40B4-BE49-F238E27FC236}">
                <a16:creationId xmlns:a16="http://schemas.microsoft.com/office/drawing/2014/main" id="{925B4192-9C5A-469F-B6F8-C1C41F32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8" name="bottom-col-failure">
            <a:extLst xmlns:a="http://schemas.openxmlformats.org/drawingml/2006/main">
              <a:ext uri="{FF2B5EF4-FFF2-40B4-BE49-F238E27FC236}">
                <a16:creationId xmlns:a16="http://schemas.microsoft.com/office/drawing/2014/main" id="{E13E4F39-42A5-4015-B49B-A84F02C7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9" name="instruction-row-1">
            <a:extLst xmlns:a="http://schemas.openxmlformats.org/drawingml/2006/main">
              <a:ext uri="{FF2B5EF4-FFF2-40B4-BE49-F238E27FC236}">
                <a16:creationId xmlns:a16="http://schemas.microsoft.com/office/drawing/2014/main" id="{774219C9-7E0A-4D63-8FBC-351AE5B2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instruction-row-2">
            <a:extLst xmlns:a="http://schemas.openxmlformats.org/drawingml/2006/main">
              <a:ext uri="{FF2B5EF4-FFF2-40B4-BE49-F238E27FC236}">
                <a16:creationId xmlns:a16="http://schemas.microsoft.com/office/drawing/2014/main" id="{B1003BE8-4371-4962-B1FA-19DC1BA9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instruction-row-1-accent">
            <a:extLst xmlns:a="http://schemas.openxmlformats.org/drawingml/2006/main">
              <a:ext uri="{FF2B5EF4-FFF2-40B4-BE49-F238E27FC236}">
                <a16:creationId xmlns:a16="http://schemas.microsoft.com/office/drawing/2014/main" id="{98E2A6CB-FE07-4F42-B487-A43DFB01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instruction-row-2-accent">
            <a:extLst xmlns:a="http://schemas.openxmlformats.org/drawingml/2006/main">
              <a:ext uri="{FF2B5EF4-FFF2-40B4-BE49-F238E27FC236}">
                <a16:creationId xmlns:a16="http://schemas.microsoft.com/office/drawing/2014/main" id="{601D5663-A91C-4566-96C2-3AD5873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row-1-index">
            <a:extLst xmlns:a="http://schemas.openxmlformats.org/drawingml/2006/main">
              <a:ext uri="{FF2B5EF4-FFF2-40B4-BE49-F238E27FC236}">
                <a16:creationId xmlns:a16="http://schemas.microsoft.com/office/drawing/2014/main" id="{73AED1C3-DF91-4E22-8A68-9FCAA430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5343525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4" name="row-1-text">
            <a:extLst xmlns:a="http://schemas.openxmlformats.org/drawingml/2006/main">
              <a:ext uri="{FF2B5EF4-FFF2-40B4-BE49-F238E27FC236}">
                <a16:creationId xmlns:a16="http://schemas.microsoft.com/office/drawing/2014/main" id="{3FBC8629-3F55-4BBB-9F63-D17A3A4E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276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5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FEA0A295-7E63-4960-9058-C555D91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3911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16" name="row-2-index">
            <a:extLst xmlns:a="http://schemas.openxmlformats.org/drawingml/2006/main">
              <a:ext uri="{FF2B5EF4-FFF2-40B4-BE49-F238E27FC236}">
                <a16:creationId xmlns:a16="http://schemas.microsoft.com/office/drawing/2014/main" id="{93B3234F-9893-40CC-A98E-DF95C1BC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62865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17" name="row-2-text">
            <a:extLst xmlns:a="http://schemas.openxmlformats.org/drawingml/2006/main">
              <a:ext uri="{FF2B5EF4-FFF2-40B4-BE49-F238E27FC236}">
                <a16:creationId xmlns:a16="http://schemas.microsoft.com/office/drawing/2014/main" id="{A4E90445-E81C-4439-8290-78460BC7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219825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18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3B47EE3F-FCE0-47A4-8CC0-858B6CDD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63341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19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119B2FA4-F2D7-40A6-AD30-B43CC5C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864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20" name="failure-1-from">
            <a:extLst xmlns:a="http://schemas.openxmlformats.org/drawingml/2006/main">
              <a:ext uri="{FF2B5EF4-FFF2-40B4-BE49-F238E27FC236}">
                <a16:creationId xmlns:a16="http://schemas.microsoft.com/office/drawing/2014/main" id="{3B92E049-72F7-446F-8421-88A8969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1" name="failure-1-from-label">
            <a:extLst xmlns:a="http://schemas.openxmlformats.org/drawingml/2006/main">
              <a:ext uri="{FF2B5EF4-FFF2-40B4-BE49-F238E27FC236}">
                <a16:creationId xmlns:a16="http://schemas.microsoft.com/office/drawing/2014/main" id="{BCC0E731-CBF0-4154-8EE7-90CB3E32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2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EEFB6871-A80C-4BEC-86F5-6EF9A7A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5495925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failure-1-to">
            <a:extLst xmlns:a="http://schemas.openxmlformats.org/drawingml/2006/main">
              <a:ext uri="{FF2B5EF4-FFF2-40B4-BE49-F238E27FC236}">
                <a16:creationId xmlns:a16="http://schemas.microsoft.com/office/drawing/2014/main" id="{02279E37-AFFB-4068-8433-A5D81DF5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4" name="failure-1-to-label">
            <a:extLst xmlns:a="http://schemas.openxmlformats.org/drawingml/2006/main">
              <a:ext uri="{FF2B5EF4-FFF2-40B4-BE49-F238E27FC236}">
                <a16:creationId xmlns:a16="http://schemas.microsoft.com/office/drawing/2014/main" id="{C3D5F98E-828C-49C7-ADA8-E2D8608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5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FF31E89D-D9E0-4C00-B59D-7E280447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530542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re-resolution</a:t>
            </a:r>
          </a:p>
        </p:txBody>
      </p:sp>
      <p:sp>
        <p:nvSpPr>
          <p:cNvPr id="126" name="failure-2-from">
            <a:extLst xmlns:a="http://schemas.openxmlformats.org/drawingml/2006/main">
              <a:ext uri="{FF2B5EF4-FFF2-40B4-BE49-F238E27FC236}">
                <a16:creationId xmlns:a16="http://schemas.microsoft.com/office/drawing/2014/main" id="{69631D71-0DB9-4E55-9345-1AB101AD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27" name="failure-2-from-label">
            <a:extLst xmlns:a="http://schemas.openxmlformats.org/drawingml/2006/main">
              <a:ext uri="{FF2B5EF4-FFF2-40B4-BE49-F238E27FC236}">
                <a16:creationId xmlns:a16="http://schemas.microsoft.com/office/drawing/2014/main" id="{5FDC8EC1-89A3-43B2-9C2D-A7FE4B59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8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FED98363-3F7A-461F-A848-8897CD9A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643890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failure-2-to">
            <a:extLst xmlns:a="http://schemas.openxmlformats.org/drawingml/2006/main">
              <a:ext uri="{FF2B5EF4-FFF2-40B4-BE49-F238E27FC236}">
                <a16:creationId xmlns:a16="http://schemas.microsoft.com/office/drawing/2014/main" id="{44F9BC00-DFCF-4581-9955-7062D5BF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0" name="failure-2-to-label">
            <a:extLst xmlns:a="http://schemas.openxmlformats.org/drawingml/2006/main">
              <a:ext uri="{FF2B5EF4-FFF2-40B4-BE49-F238E27FC236}">
                <a16:creationId xmlns:a16="http://schemas.microsoft.com/office/drawing/2014/main" id="{B699B414-C54A-48A0-8C6A-63CB333B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1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4B4E4F6D-A695-4911-B8B8-8AEB74C3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62484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early lock</a:t>
            </a:r>
          </a:p>
        </p:txBody>
      </p:sp>
      <p:sp>
        <p:nvSpPr>
          <p:cNvPr id="132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5395219D-CCB7-45FE-B708-D90B552B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7166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2026-07-28T07:54:57.6230000Z</dcterms:created>
  <dcterms:modified xsi:type="dcterms:W3CDTF">2026-07-28T07:54:57.6240000Z</dcterms:modified>
</coreProperties>
</file>