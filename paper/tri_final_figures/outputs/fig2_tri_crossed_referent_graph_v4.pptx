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23c6fe7cea4086" /><Relationship Type="http://schemas.openxmlformats.org/officeDocument/2006/relationships/extended-properties" Target="/docProps/app.xml" Id="R752529679b2849a2" /><Relationship Type="http://schemas.openxmlformats.org/officeDocument/2006/relationships/officeDocument" Target="/ppt/presentation.xml" Id="Rd40f23501c354e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618b46632d437c"/>
  </p:sldMasterIdLst>
  <p:notesMasterIdLst>
    <p:notesMasterId xmlns:r="http://schemas.openxmlformats.org/officeDocument/2006/relationships" r:id="R67745086ca224b13"/>
  </p:notesMasterIdLst>
  <p:sldIdLst>
    <p:sldId xmlns:r="http://schemas.openxmlformats.org/officeDocument/2006/relationships" id="256" r:id="Rb849c0ef57ac4aa2"/>
  </p:sldIdLst>
  <p:sldSz cx="15240000" cy="7429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af00ae45b04e42" /><Relationship Type="http://schemas.openxmlformats.org/officeDocument/2006/relationships/slideMaster" Target="/ppt/slideMasters/slideMaster1.xml" Id="Red618b46632d437c" /><Relationship Type="http://schemas.openxmlformats.org/officeDocument/2006/relationships/notesMaster" Target="/ppt/notesMasters/notesMaster1.xml" Id="R67745086ca224b13" /><Relationship Type="http://schemas.openxmlformats.org/officeDocument/2006/relationships/presProps" Target="/ppt/presProps.xml" Id="Rb62212c32f674d07" /><Relationship Type="http://schemas.openxmlformats.org/officeDocument/2006/relationships/tableStyles" Target="/ppt/tableStyles.xml" Id="R7d9286ed62264d77" /><Relationship Type="http://schemas.openxmlformats.org/officeDocument/2006/relationships/slide" Target="/ppt/slides/slide1.xml" Id="Rb849c0ef57ac4a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0ef8d77dd624d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46cb34459744d3" /><Relationship Type="http://schemas.openxmlformats.org/officeDocument/2006/relationships/notesMaster" Target="/ppt/notesMasters/notesMaster1.xml" Id="Rd884204898554b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manuscript: paper/AnonymousSubmission2027.tex (TRI definition, Diagnostic Construction, Measurements and Denominators, Controller Probes).</a:t>
            </a:r>
          </a:p>
          <a:p xmlns:a="http://schemas.openxmlformats.org/drawingml/2006/main">
            <a:r>
              <a:t>- User-supplied references: GSD problem/method overview, SymPareto scientific comparison, MetaEval framework. The integrated layered visual grammar is adapted; no artwork is copied.</a:t>
            </a:r>
          </a:p>
          <a:p xmlns:a="http://schemas.openxmlformats.org/drawingml/2006/main">
            <a:r>
              <a:t>- Palette: #264a56, #407a7f, #248d82, #60aa84, #b4b87f, #eabc6b, #f1a464, #e56d4e.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f461fd8254e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d59fcfd92a4d30" /><Relationship Type="http://schemas.openxmlformats.org/officeDocument/2006/relationships/slideLayout" Target="/ppt/slideLayouts/slideLayout1.xml" Id="R9d701fa6eec946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701fa6eec946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a1652cb164e1f" /><Relationship Type="http://schemas.openxmlformats.org/officeDocument/2006/relationships/notesSlide" Target="/ppt/notesSlides/notesSlide1.xml" Id="Rec0a7319754c4f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title">
            <a:extLst xmlns:a="http://schemas.openxmlformats.org/drawingml/2006/main">
              <a:ext uri="{FF2B5EF4-FFF2-40B4-BE49-F238E27FC236}">
                <a16:creationId xmlns:a16="http://schemas.microsoft.com/office/drawing/2014/main" id="{A5D39833-A025-4002-BAD8-0275A79F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27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TRI evaluates two referent threads over one controlled transition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120D9C-3F46-44F6-97E8-81668E8A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817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World evidence changes once; commitment timing determines which identity may reach the action.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0E4015A6-EC6C-45E6-877B-57572000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28700"/>
            <a:ext cx="1432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4A56"/>
            </a:solidFill>
            <a:prstDash val="solid"/>
          </a:ln>
        </p:spPr>
      </p:sp>
      <p:sp>
        <p:nvSpPr>
          <p:cNvPr id="4" name="legend-p-line">
            <a:extLst xmlns:a="http://schemas.openxmlformats.org/drawingml/2006/main">
              <a:ext uri="{FF2B5EF4-FFF2-40B4-BE49-F238E27FC236}">
                <a16:creationId xmlns:a16="http://schemas.microsoft.com/office/drawing/2014/main" id="{081FBE03-E596-4536-A490-E3600EE5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619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56D4E"/>
            </a:solidFill>
            <a:prstDash val="solid"/>
          </a:ln>
        </p:spPr>
      </p:sp>
      <p:sp>
        <p:nvSpPr>
          <p:cNvPr id="5" name="legend-p">
            <a:extLst xmlns:a="http://schemas.openxmlformats.org/drawingml/2006/main">
              <a:ext uri="{FF2B5EF4-FFF2-40B4-BE49-F238E27FC236}">
                <a16:creationId xmlns:a16="http://schemas.microsoft.com/office/drawing/2014/main" id="{993B3817-8F4B-4324-A621-8A96313E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28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Preserve: bound identity</a:t>
            </a:r>
          </a:p>
        </p:txBody>
      </p:sp>
      <p:sp>
        <p:nvSpPr>
          <p:cNvPr id="6" name="legend-r-line">
            <a:extLst xmlns:a="http://schemas.openxmlformats.org/drawingml/2006/main">
              <a:ext uri="{FF2B5EF4-FFF2-40B4-BE49-F238E27FC236}">
                <a16:creationId xmlns:a16="http://schemas.microsoft.com/office/drawing/2014/main" id="{E5D62A3C-E43F-42D6-8DAC-364DEF07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7429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8D82"/>
            </a:solidFill>
            <a:prstDash val="dash"/>
          </a:ln>
        </p:spPr>
      </p:sp>
      <p:sp>
        <p:nvSpPr>
          <p:cNvPr id="7" name="legend-r">
            <a:extLst xmlns:a="http://schemas.openxmlformats.org/drawingml/2006/main">
              <a:ext uri="{FF2B5EF4-FFF2-40B4-BE49-F238E27FC236}">
                <a16:creationId xmlns:a16="http://schemas.microsoft.com/office/drawing/2014/main" id="{9DADD8D7-CFC8-490A-B3C8-34B79EF4D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609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8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Reevaluate: deferred selector</a:t>
            </a:r>
          </a:p>
        </p:txBody>
      </p:sp>
      <p:sp>
        <p:nvSpPr>
          <p:cNvPr id="8" name="world-band">
            <a:extLst xmlns:a="http://schemas.openxmlformats.org/drawingml/2006/main">
              <a:ext uri="{FF2B5EF4-FFF2-40B4-BE49-F238E27FC236}">
                <a16:creationId xmlns:a16="http://schemas.microsoft.com/office/drawing/2014/main" id="{EA0D905F-62CA-4E5E-A3B3-28F82366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00150"/>
            <a:ext cx="14325600" cy="2209800"/>
          </a:xfrm>
          <a:prstGeom xmlns:a="http://schemas.openxmlformats.org/drawingml/2006/main" prst="roundRect">
            <a:avLst>
              <a:gd name="adj" fmla="val 9483"/>
            </a:avLst>
          </a:prstGeom>
          <a:solidFill xmlns:a="http://schemas.openxmlformats.org/drawingml/2006/main">
            <a:srgbClr val="407A7F">
              <a:alpha val="4000"/>
            </a:srgbClr>
          </a:solidFill>
          <a:ln xmlns:a="http://schemas.openxmlformats.org/drawingml/2006/main" w="13335">
            <a:solidFill>
              <a:srgbClr val="407A7F">
                <a:alpha val="35000"/>
              </a:srgbClr>
            </a:solidFill>
            <a:prstDash val="solid"/>
          </a:ln>
        </p:spPr>
      </p:sp>
      <p:sp>
        <p:nvSpPr>
          <p:cNvPr id="9" name="referent-band">
            <a:extLst xmlns:a="http://schemas.openxmlformats.org/drawingml/2006/main">
              <a:ext uri="{FF2B5EF4-FFF2-40B4-BE49-F238E27FC236}">
                <a16:creationId xmlns:a16="http://schemas.microsoft.com/office/drawing/2014/main" id="{9B37E274-7506-4B5B-B3D2-FA38DBEC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14325600" cy="2400300"/>
          </a:xfrm>
          <a:prstGeom xmlns:a="http://schemas.openxmlformats.org/drawingml/2006/main" prst="roundRect">
            <a:avLst>
              <a:gd name="adj" fmla="val 87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64A56">
                <a:alpha val="28000"/>
              </a:srgbClr>
            </a:solidFill>
            <a:prstDash val="solid"/>
          </a:ln>
        </p:spPr>
      </p:sp>
      <p:sp>
        <p:nvSpPr>
          <p:cNvPr id="10" name="refresh-lens">
            <a:extLst xmlns:a="http://schemas.openxmlformats.org/drawingml/2006/main">
              <a:ext uri="{FF2B5EF4-FFF2-40B4-BE49-F238E27FC236}">
                <a16:creationId xmlns:a16="http://schemas.microsoft.com/office/drawing/2014/main" id="{ABDFEED9-1B6C-41F8-8581-AF2A43E4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33500"/>
            <a:ext cx="1809750" cy="4514850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EABC6B">
              <a:alpha val="12000"/>
            </a:srgbClr>
          </a:solidFill>
          <a:ln xmlns:a="http://schemas.openxmlformats.org/drawingml/2006/main" w="20955">
            <a:solidFill>
              <a:srgbClr val="EABC6B"/>
            </a:solidFill>
            <a:prstDash val="solid"/>
          </a:ln>
        </p:spPr>
      </p:sp>
      <p:sp>
        <p:nvSpPr>
          <p:cNvPr id="11" name="world-tag">
            <a:extLst xmlns:a="http://schemas.openxmlformats.org/drawingml/2006/main">
              <a:ext uri="{FF2B5EF4-FFF2-40B4-BE49-F238E27FC236}">
                <a16:creationId xmlns:a16="http://schemas.microsoft.com/office/drawing/2014/main" id="{6DBCB748-B491-4ABA-97AF-BE139341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43025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12" name="world-tag-text">
            <a:extLst xmlns:a="http://schemas.openxmlformats.org/drawingml/2006/main">
              <a:ext uri="{FF2B5EF4-FFF2-40B4-BE49-F238E27FC236}">
                <a16:creationId xmlns:a16="http://schemas.microsoft.com/office/drawing/2014/main" id="{1B8CAEE2-510E-4E81-9535-66611018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71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7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WORLD / SELECTOR LAYER</a:t>
            </a:r>
          </a:p>
        </p:txBody>
      </p:sp>
      <p:sp>
        <p:nvSpPr>
          <p:cNvPr id="13" name="ref-tag">
            <a:extLst xmlns:a="http://schemas.openxmlformats.org/drawingml/2006/main">
              <a:ext uri="{FF2B5EF4-FFF2-40B4-BE49-F238E27FC236}">
                <a16:creationId xmlns:a16="http://schemas.microsoft.com/office/drawing/2014/main" id="{FFD915AF-50A3-4421-A3E2-15425885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2324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A56"/>
          </a:solidFill>
          <a:ln xmlns:a="http://schemas.openxmlformats.org/drawingml/2006/main" w="0">
            <a:solidFill>
              <a:srgbClr val="264A56"/>
            </a:solidFill>
            <a:prstDash val="solid"/>
          </a:ln>
        </p:spPr>
      </p:sp>
      <p:sp>
        <p:nvSpPr>
          <p:cNvPr id="14" name="ref-tag-text">
            <a:extLst xmlns:a="http://schemas.openxmlformats.org/drawingml/2006/main">
              <a:ext uri="{FF2B5EF4-FFF2-40B4-BE49-F238E27FC236}">
                <a16:creationId xmlns:a16="http://schemas.microsoft.com/office/drawing/2014/main" id="{BE3AB429-2D21-43C4-807F-601FDF26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591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REFERENT / AUTHORIZATION LAYER</a:t>
            </a:r>
          </a:p>
        </p:txBody>
      </p:sp>
      <p:sp>
        <p:nvSpPr>
          <p:cNvPr id="15" name="refresh-label">
            <a:extLst xmlns:a="http://schemas.openxmlformats.org/drawingml/2006/main">
              <a:ext uri="{FF2B5EF4-FFF2-40B4-BE49-F238E27FC236}">
                <a16:creationId xmlns:a16="http://schemas.microsoft.com/office/drawing/2014/main" id="{DAE7FFF6-25C0-4184-A754-26AC32E4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619250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9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CONTROLLED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16" name="task-token">
            <a:extLst xmlns:a="http://schemas.openxmlformats.org/drawingml/2006/main">
              <a:ext uri="{FF2B5EF4-FFF2-40B4-BE49-F238E27FC236}">
                <a16:creationId xmlns:a16="http://schemas.microsoft.com/office/drawing/2014/main" id="{87C8193E-A9A3-45D7-8B9D-E5AAB51D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0764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407A7F"/>
            </a:solidFill>
            <a:prstDash val="solid"/>
          </a:ln>
        </p:spPr>
      </p:sp>
      <p:sp>
        <p:nvSpPr>
          <p:cNvPr id="17" name="task-token-head">
            <a:extLst xmlns:a="http://schemas.openxmlformats.org/drawingml/2006/main">
              <a:ext uri="{FF2B5EF4-FFF2-40B4-BE49-F238E27FC236}">
                <a16:creationId xmlns:a16="http://schemas.microsoft.com/office/drawing/2014/main" id="{07CDA63A-A0C5-4985-8F1F-C395DBB8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34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FROZEN TASK SUBSTRATE</a:t>
            </a:r>
          </a:p>
        </p:txBody>
      </p:sp>
      <p:sp>
        <p:nvSpPr>
          <p:cNvPr id="18" name="task-token-rule">
            <a:extLst xmlns:a="http://schemas.openxmlformats.org/drawingml/2006/main">
              <a:ext uri="{FF2B5EF4-FFF2-40B4-BE49-F238E27FC236}">
                <a16:creationId xmlns:a16="http://schemas.microsoft.com/office/drawing/2014/main" id="{B57A96D0-B8C1-4EB0-9E40-BEBFD9A3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1733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4B87F"/>
            </a:solidFill>
            <a:prstDash val="solid"/>
          </a:ln>
        </p:spPr>
      </p:sp>
      <p:sp>
        <p:nvSpPr>
          <p:cNvPr id="19" name="task-token-body">
            <a:extLst xmlns:a="http://schemas.openxmlformats.org/drawingml/2006/main">
              <a:ext uri="{FF2B5EF4-FFF2-40B4-BE49-F238E27FC236}">
                <a16:creationId xmlns:a16="http://schemas.microsoft.com/office/drawing/2014/main" id="{6100EB79-7AFB-4561-9429-51B22017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1695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418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7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selector q: top-ranked valid entity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57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action a: mutate selected ID</a:t>
            </a:r>
          </a:p>
        </p:txBody>
      </p:sp>
      <p:sp>
        <p:nvSpPr>
          <p:cNvPr id="20" name="substrate-to-state">
            <a:extLst xmlns:a="http://schemas.openxmlformats.org/drawingml/2006/main">
              <a:ext uri="{FF2B5EF4-FFF2-40B4-BE49-F238E27FC236}">
                <a16:creationId xmlns:a16="http://schemas.microsoft.com/office/drawing/2014/main" id="{8BC12293-64DF-41DE-BDF8-5F36641A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33625"/>
            <a:ext cx="552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B87F"/>
          </a:solidFill>
          <a:ln xmlns:a="http://schemas.openxmlformats.org/drawingml/2006/main" w="3810">
            <a:solidFill>
              <a:srgbClr val="B4B87F"/>
            </a:solidFill>
            <a:prstDash val="solid"/>
          </a:ln>
        </p:spPr>
      </p:sp>
      <p:sp>
        <p:nvSpPr>
          <p:cNvPr id="21" name="a0-halo">
            <a:extLst xmlns:a="http://schemas.openxmlformats.org/drawingml/2006/main">
              <a:ext uri="{FF2B5EF4-FFF2-40B4-BE49-F238E27FC236}">
                <a16:creationId xmlns:a16="http://schemas.microsoft.com/office/drawing/2014/main" id="{E781F0E5-9E2D-43AA-915B-8F797EFC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5811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D4E">
              <a:alpha val="10000"/>
            </a:srgbClr>
          </a:solidFill>
          <a:ln xmlns:a="http://schemas.openxmlformats.org/drawingml/2006/main" w="9525">
            <a:solidFill>
              <a:srgbClr val="E56D4E">
                <a:alpha val="2000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a0">
            <a:extLst xmlns:a="http://schemas.openxmlformats.org/drawingml/2006/main">
              <a:ext uri="{FF2B5EF4-FFF2-40B4-BE49-F238E27FC236}">
                <a16:creationId xmlns:a16="http://schemas.microsoft.com/office/drawing/2014/main" id="{1EBFB829-99FD-4D45-A2F5-F3F3875C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33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3" name="b0">
            <a:extLst xmlns:a="http://schemas.openxmlformats.org/drawingml/2006/main">
              <a:ext uri="{FF2B5EF4-FFF2-40B4-BE49-F238E27FC236}">
                <a16:creationId xmlns:a16="http://schemas.microsoft.com/office/drawing/2014/main" id="{129EB3E8-1A96-47FC-9761-210D402A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28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4" name="b1-halo">
            <a:extLst xmlns:a="http://schemas.openxmlformats.org/drawingml/2006/main">
              <a:ext uri="{FF2B5EF4-FFF2-40B4-BE49-F238E27FC236}">
                <a16:creationId xmlns:a16="http://schemas.microsoft.com/office/drawing/2014/main" id="{3AD726B1-BD05-44E4-80A1-1EF69678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5811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>
              <a:alpha val="10000"/>
            </a:srgbClr>
          </a:solidFill>
          <a:ln xmlns:a="http://schemas.openxmlformats.org/drawingml/2006/main" w="9525">
            <a:solidFill>
              <a:srgbClr val="248D82">
                <a:alpha val="2000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b1">
            <a:extLst xmlns:a="http://schemas.openxmlformats.org/drawingml/2006/main">
              <a:ext uri="{FF2B5EF4-FFF2-40B4-BE49-F238E27FC236}">
                <a16:creationId xmlns:a16="http://schemas.microsoft.com/office/drawing/2014/main" id="{FA7630AF-C106-4CDB-9F9B-2A9BF1CF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733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6" name="a1">
            <a:extLst xmlns:a="http://schemas.openxmlformats.org/drawingml/2006/main">
              <a:ext uri="{FF2B5EF4-FFF2-40B4-BE49-F238E27FC236}">
                <a16:creationId xmlns:a16="http://schemas.microsoft.com/office/drawing/2014/main" id="{EEA98824-4528-4AB8-9600-E84D9675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28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27" name="s0-label">
            <a:extLst xmlns:a="http://schemas.openxmlformats.org/drawingml/2006/main">
              <a:ext uri="{FF2B5EF4-FFF2-40B4-BE49-F238E27FC236}">
                <a16:creationId xmlns:a16="http://schemas.microsoft.com/office/drawing/2014/main" id="{0E1D3BE3-A2F9-4C6C-B3A6-F98E48AD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4287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8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S0  BEFORE</a:t>
            </a:r>
          </a:p>
        </p:txBody>
      </p:sp>
      <p:sp>
        <p:nvSpPr>
          <p:cNvPr id="28" name="s1-label">
            <a:extLst xmlns:a="http://schemas.openxmlformats.org/drawingml/2006/main">
              <a:ext uri="{FF2B5EF4-FFF2-40B4-BE49-F238E27FC236}">
                <a16:creationId xmlns:a16="http://schemas.microsoft.com/office/drawing/2014/main" id="{DF1EB177-FD1B-4135-902F-B0962BF3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42875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S1  AFTER</a:t>
            </a:r>
          </a:p>
        </p:txBody>
      </p:sp>
      <p:sp>
        <p:nvSpPr>
          <p:cNvPr id="29" name="a0-winner">
            <a:extLst xmlns:a="http://schemas.openxmlformats.org/drawingml/2006/main">
              <a:ext uri="{FF2B5EF4-FFF2-40B4-BE49-F238E27FC236}">
                <a16:creationId xmlns:a16="http://schemas.microsoft.com/office/drawing/2014/main" id="{6F90FAA6-D3D7-4464-9222-EF20B015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241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q(S0) winner</a:t>
            </a:r>
          </a:p>
        </p:txBody>
      </p:sp>
      <p:sp>
        <p:nvSpPr>
          <p:cNvPr id="30" name="b1-winner">
            <a:extLst xmlns:a="http://schemas.openxmlformats.org/drawingml/2006/main">
              <a:ext uri="{FF2B5EF4-FFF2-40B4-BE49-F238E27FC236}">
                <a16:creationId xmlns:a16="http://schemas.microsoft.com/office/drawing/2014/main" id="{46B3E0C9-B657-4FA6-B3B9-D751B96B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24100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q(S1) winner</a:t>
            </a:r>
          </a:p>
        </p:txBody>
      </p:sp>
      <p:sp>
        <p:nvSpPr>
          <p:cNvPr id="31" name="a1-valid">
            <a:extLst xmlns:a="http://schemas.openxmlformats.org/drawingml/2006/main">
              <a:ext uri="{FF2B5EF4-FFF2-40B4-BE49-F238E27FC236}">
                <a16:creationId xmlns:a16="http://schemas.microsoft.com/office/drawing/2014/main" id="{494813AE-BAB8-4044-8680-591BF95F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71800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4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A remains action-valid</a:t>
            </a:r>
          </a:p>
        </p:txBody>
      </p:sp>
      <p:sp>
        <p:nvSpPr>
          <p:cNvPr id="32" name="time-axis">
            <a:extLst xmlns:a="http://schemas.openxmlformats.org/drawingml/2006/main">
              <a:ext uri="{FF2B5EF4-FFF2-40B4-BE49-F238E27FC236}">
                <a16:creationId xmlns:a16="http://schemas.microsoft.com/office/drawing/2014/main" id="{2009947F-1D21-44DB-B193-29C835A9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57550"/>
            <a:ext cx="805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4B87F"/>
            </a:solidFill>
            <a:prstDash val="solid"/>
          </a:ln>
        </p:spPr>
      </p:sp>
      <p:sp>
        <p:nvSpPr>
          <p:cNvPr id="33" name="time-axis-before">
            <a:extLst xmlns:a="http://schemas.openxmlformats.org/drawingml/2006/main">
              <a:ext uri="{FF2B5EF4-FFF2-40B4-BE49-F238E27FC236}">
                <a16:creationId xmlns:a16="http://schemas.microsoft.com/office/drawing/2014/main" id="{75B5C92B-A8AA-41D7-93E8-C6D32B0D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95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5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pre-refresh</a:t>
            </a:r>
          </a:p>
        </p:txBody>
      </p:sp>
      <p:sp>
        <p:nvSpPr>
          <p:cNvPr id="34" name="time-axis-after">
            <a:extLst xmlns:a="http://schemas.openxmlformats.org/drawingml/2006/main">
              <a:ext uri="{FF2B5EF4-FFF2-40B4-BE49-F238E27FC236}">
                <a16:creationId xmlns:a16="http://schemas.microsoft.com/office/drawing/2014/main" id="{FA7EC65C-5F4C-48A7-B4F7-075513B1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2956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5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350" b="0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post-refresh</a:t>
            </a:r>
          </a:p>
        </p:txBody>
      </p:sp>
      <p:sp>
        <p:nvSpPr>
          <p:cNvPr id="35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15E723F6-28CB-4E5A-8B5B-83E82AD0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57675"/>
            <a:ext cx="361950" cy="3429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E56D4E"/>
            </a:solidFill>
            <a:prstDash val="solid"/>
          </a:ln>
        </p:spPr>
      </p:sp>
      <p:sp>
        <p:nvSpPr>
          <p:cNvPr id="36" name="preserve-lock-mask">
            <a:extLst xmlns:a="http://schemas.openxmlformats.org/drawingml/2006/main">
              <a:ext uri="{FF2B5EF4-FFF2-40B4-BE49-F238E27FC236}">
                <a16:creationId xmlns:a16="http://schemas.microsoft.com/office/drawing/2014/main" id="{E4B10969-833F-4868-A9B1-62DB70E8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7675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7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53EB0A3E-87A3-4E53-9FC0-2BEF7248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86275"/>
            <a:ext cx="514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6D4E"/>
          </a:solidFill>
          <a:ln xmlns:a="http://schemas.openxmlformats.org/drawingml/2006/main" w="0">
            <a:solidFill>
              <a:srgbClr val="E56D4E"/>
            </a:solidFill>
            <a:prstDash val="solid"/>
          </a:ln>
        </p:spPr>
      </p:sp>
      <p:sp>
        <p:nvSpPr>
          <p:cNvPr id="38" name="preserve-lock-key">
            <a:extLst xmlns:a="http://schemas.openxmlformats.org/drawingml/2006/main">
              <a:ext uri="{FF2B5EF4-FFF2-40B4-BE49-F238E27FC236}">
                <a16:creationId xmlns:a16="http://schemas.microsoft.com/office/drawing/2014/main" id="{337C2142-77D9-477C-8552-5F921167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3" y="462438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9" name="preserve-lock-key-stem">
            <a:extLst xmlns:a="http://schemas.openxmlformats.org/drawingml/2006/main">
              <a:ext uri="{FF2B5EF4-FFF2-40B4-BE49-F238E27FC236}">
                <a16:creationId xmlns:a16="http://schemas.microsoft.com/office/drawing/2014/main" id="{B0A3B903-9023-4D1C-AF3F-0E9E24CA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76775"/>
            <a:ext cx="57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0" name="preserve-label">
            <a:extLst xmlns:a="http://schemas.openxmlformats.org/drawingml/2006/main">
              <a:ext uri="{FF2B5EF4-FFF2-40B4-BE49-F238E27FC236}">
                <a16:creationId xmlns:a16="http://schemas.microsoft.com/office/drawing/2014/main" id="{18E19815-FE2C-4991-8374-5F21A3EA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171950"/>
            <a:ext cx="150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75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41" name="preserve-sub">
            <a:extLst xmlns:a="http://schemas.openxmlformats.org/drawingml/2006/main">
              <a:ext uri="{FF2B5EF4-FFF2-40B4-BE49-F238E27FC236}">
                <a16:creationId xmlns:a16="http://schemas.microsoft.com/office/drawing/2014/main" id="{4B00B4A5-230F-4AD6-97D1-CEB51F66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86275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8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bind before refresh</a:t>
            </a:r>
          </a:p>
        </p:txBody>
      </p:sp>
      <p:sp>
        <p:nvSpPr>
          <p:cNvPr id="42" name="reeval-clock-face">
            <a:extLst xmlns:a="http://schemas.openxmlformats.org/drawingml/2006/main">
              <a:ext uri="{FF2B5EF4-FFF2-40B4-BE49-F238E27FC236}">
                <a16:creationId xmlns:a16="http://schemas.microsoft.com/office/drawing/2014/main" id="{F96682B8-9D86-4EA3-9447-883F1E92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339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3" name="reeval-clock-hand-1">
            <a:extLst xmlns:a="http://schemas.openxmlformats.org/drawingml/2006/main">
              <a:ext uri="{FF2B5EF4-FFF2-40B4-BE49-F238E27FC236}">
                <a16:creationId xmlns:a16="http://schemas.microsoft.com/office/drawing/2014/main" id="{B40C65A7-F413-462A-9EF3-91C2F2AE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6732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8D82"/>
            </a:solidFill>
            <a:prstDash val="solid"/>
          </a:ln>
        </p:spPr>
      </p:sp>
      <p:sp>
        <p:nvSpPr>
          <p:cNvPr id="44" name="reeval-clock-hand-2">
            <a:extLst xmlns:a="http://schemas.openxmlformats.org/drawingml/2006/main">
              <a:ext uri="{FF2B5EF4-FFF2-40B4-BE49-F238E27FC236}">
                <a16:creationId xmlns:a16="http://schemas.microsoft.com/office/drawing/2014/main" id="{C09730F5-D02C-4FB1-A0FE-9FA4D33B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10200"/>
            <a:ext cx="1333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8D82"/>
            </a:solidFill>
            <a:prstDash val="solid"/>
          </a:ln>
        </p:spPr>
      </p:sp>
      <p:sp>
        <p:nvSpPr>
          <p:cNvPr id="45" name="reeval-clock-hub">
            <a:extLst xmlns:a="http://schemas.openxmlformats.org/drawingml/2006/main">
              <a:ext uri="{FF2B5EF4-FFF2-40B4-BE49-F238E27FC236}">
                <a16:creationId xmlns:a16="http://schemas.microsoft.com/office/drawing/2014/main" id="{88E34262-F9E9-4330-9F03-B9184913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3" y="53768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6" name="reeval-label">
            <a:extLst xmlns:a="http://schemas.openxmlformats.org/drawingml/2006/main">
              <a:ext uri="{FF2B5EF4-FFF2-40B4-BE49-F238E27FC236}">
                <a16:creationId xmlns:a16="http://schemas.microsoft.com/office/drawing/2014/main" id="{19A7B3CD-BB0F-4958-9F96-BDB3111D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29200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75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REEVALUATE</a:t>
            </a:r>
          </a:p>
        </p:txBody>
      </p:sp>
      <p:sp>
        <p:nvSpPr>
          <p:cNvPr id="47" name="reeval-sub">
            <a:extLst xmlns:a="http://schemas.openxmlformats.org/drawingml/2006/main">
              <a:ext uri="{FF2B5EF4-FFF2-40B4-BE49-F238E27FC236}">
                <a16:creationId xmlns:a16="http://schemas.microsoft.com/office/drawing/2014/main" id="{5C313DB2-2AA7-404C-BB29-A5713E8C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3435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7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resolve after refresh</a:t>
            </a:r>
          </a:p>
        </p:txBody>
      </p:sp>
      <p:sp>
        <p:nvSpPr>
          <p:cNvPr id="48" name="p-bound">
            <a:extLst xmlns:a="http://schemas.openxmlformats.org/drawingml/2006/main">
              <a:ext uri="{FF2B5EF4-FFF2-40B4-BE49-F238E27FC236}">
                <a16:creationId xmlns:a16="http://schemas.microsoft.com/office/drawing/2014/main" id="{AC433BFE-A964-4DB7-B269-14803ECC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910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D4E">
              <a:alpha val="9000"/>
            </a:srgbClr>
          </a:solidFill>
          <a:ln xmlns:a="http://schemas.openxmlformats.org/drawingml/2006/main" w="2286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49" name="p-bound-note">
            <a:extLst xmlns:a="http://schemas.openxmlformats.org/drawingml/2006/main">
              <a:ext uri="{FF2B5EF4-FFF2-40B4-BE49-F238E27FC236}">
                <a16:creationId xmlns:a16="http://schemas.microsoft.com/office/drawing/2014/main" id="{8C73BAAA-732A-4AF4-A293-77E3EC31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196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5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bound at S0</a:t>
            </a:r>
          </a:p>
        </p:txBody>
      </p:sp>
      <p:sp>
        <p:nvSpPr>
          <p:cNvPr id="50" name="r-open">
            <a:extLst xmlns:a="http://schemas.openxmlformats.org/drawingml/2006/main">
              <a:ext uri="{FF2B5EF4-FFF2-40B4-BE49-F238E27FC236}">
                <a16:creationId xmlns:a16="http://schemas.microsoft.com/office/drawing/2014/main" id="{E4BDE74E-B2F0-450F-8BFF-B95F47A7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43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q?</a:t>
            </a:r>
          </a:p>
        </p:txBody>
      </p:sp>
      <p:sp>
        <p:nvSpPr>
          <p:cNvPr id="51" name="r-open-note">
            <a:extLst xmlns:a="http://schemas.openxmlformats.org/drawingml/2006/main">
              <a:ext uri="{FF2B5EF4-FFF2-40B4-BE49-F238E27FC236}">
                <a16:creationId xmlns:a16="http://schemas.microsoft.com/office/drawing/2014/main" id="{FFD726EE-14FA-46C3-8625-28D5F4A4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721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5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deferred</a:t>
            </a:r>
          </a:p>
        </p:txBody>
      </p:sp>
      <p:sp>
        <p:nvSpPr>
          <p:cNvPr id="52" name="r-bind">
            <a:extLst xmlns:a="http://schemas.openxmlformats.org/drawingml/2006/main">
              <a:ext uri="{FF2B5EF4-FFF2-40B4-BE49-F238E27FC236}">
                <a16:creationId xmlns:a16="http://schemas.microsoft.com/office/drawing/2014/main" id="{C0EBE38B-C8C0-46C3-8C73-B1CAA0FF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43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>
              <a:alpha val="9000"/>
            </a:srgbClr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3" name="r-bind-note">
            <a:extLst xmlns:a="http://schemas.openxmlformats.org/drawingml/2006/main">
              <a:ext uri="{FF2B5EF4-FFF2-40B4-BE49-F238E27FC236}">
                <a16:creationId xmlns:a16="http://schemas.microsoft.com/office/drawing/2014/main" id="{4D8CD9E3-EE7A-4EDE-9F32-FA7E6FED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7721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5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bind at S1</a:t>
            </a:r>
          </a:p>
        </p:txBody>
      </p:sp>
      <p:sp>
        <p:nvSpPr>
          <p:cNvPr id="54" name="controller-lens">
            <a:extLst xmlns:a="http://schemas.openxmlformats.org/drawingml/2006/main">
              <a:ext uri="{FF2B5EF4-FFF2-40B4-BE49-F238E27FC236}">
                <a16:creationId xmlns:a16="http://schemas.microsoft.com/office/drawing/2014/main" id="{FC0B17A1-1969-422E-AFF5-53250DCA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962400"/>
            <a:ext cx="1504950" cy="1809750"/>
          </a:xfrm>
          <a:prstGeom xmlns:a="http://schemas.openxmlformats.org/drawingml/2006/main" prst="roundRect">
            <a:avLst>
              <a:gd name="adj" fmla="val 36709"/>
            </a:avLst>
          </a:prstGeom>
          <a:solidFill xmlns:a="http://schemas.openxmlformats.org/drawingml/2006/main">
            <a:srgbClr val="407A7F">
              <a:alpha val="7000"/>
            </a:srgbClr>
          </a:solidFill>
          <a:ln xmlns:a="http://schemas.openxmlformats.org/drawingml/2006/main" w="22860">
            <a:solidFill>
              <a:srgbClr val="407A7F"/>
            </a:solidFill>
            <a:prstDash val="solid"/>
          </a:ln>
        </p:spPr>
      </p:sp>
      <p:sp>
        <p:nvSpPr>
          <p:cNvPr id="55" name="controller-robot-antenna">
            <a:extLst xmlns:a="http://schemas.openxmlformats.org/drawingml/2006/main">
              <a:ext uri="{FF2B5EF4-FFF2-40B4-BE49-F238E27FC236}">
                <a16:creationId xmlns:a16="http://schemas.microsoft.com/office/drawing/2014/main" id="{F2D6D854-10EB-4A74-BE7F-D2537DD3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407670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56" name="controller-robot-tip">
            <a:extLst xmlns:a="http://schemas.openxmlformats.org/drawingml/2006/main">
              <a:ext uri="{FF2B5EF4-FFF2-40B4-BE49-F238E27FC236}">
                <a16:creationId xmlns:a16="http://schemas.microsoft.com/office/drawing/2014/main" id="{B762D377-C99D-4CB6-A539-DA3BAB49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9088" y="4024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7" name="controller-robot-head">
            <a:extLst xmlns:a="http://schemas.openxmlformats.org/drawingml/2006/main">
              <a:ext uri="{FF2B5EF4-FFF2-40B4-BE49-F238E27FC236}">
                <a16:creationId xmlns:a16="http://schemas.microsoft.com/office/drawing/2014/main" id="{B5710319-C7E5-4F95-8954-BD7425D8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71950"/>
            <a:ext cx="723900" cy="5334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407A7F"/>
            </a:solidFill>
            <a:prstDash val="solid"/>
          </a:ln>
        </p:spPr>
      </p:sp>
      <p:sp>
        <p:nvSpPr>
          <p:cNvPr id="58" name="controller-robot-eye-1">
            <a:extLst xmlns:a="http://schemas.openxmlformats.org/drawingml/2006/main">
              <a:ext uri="{FF2B5EF4-FFF2-40B4-BE49-F238E27FC236}">
                <a16:creationId xmlns:a16="http://schemas.microsoft.com/office/drawing/2014/main" id="{F32C024A-32B1-46B7-B6D7-70F3C181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9" name="controller-robot-eye-2">
            <a:extLst xmlns:a="http://schemas.openxmlformats.org/drawingml/2006/main">
              <a:ext uri="{FF2B5EF4-FFF2-40B4-BE49-F238E27FC236}">
                <a16:creationId xmlns:a16="http://schemas.microsoft.com/office/drawing/2014/main" id="{732F807F-4C97-4C61-BC6D-60281684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controller-robot-mouth">
            <a:extLst xmlns:a="http://schemas.openxmlformats.org/drawingml/2006/main">
              <a:ext uri="{FF2B5EF4-FFF2-40B4-BE49-F238E27FC236}">
                <a16:creationId xmlns:a16="http://schemas.microsoft.com/office/drawing/2014/main" id="{1287E270-FB18-46B4-88C9-D1F23F51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45529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407A7F"/>
            </a:solidFill>
            <a:prstDash val="solid"/>
          </a:ln>
        </p:spPr>
      </p:sp>
      <p:sp>
        <p:nvSpPr>
          <p:cNvPr id="61" name="controller-text">
            <a:extLst xmlns:a="http://schemas.openxmlformats.org/drawingml/2006/main">
              <a:ext uri="{FF2B5EF4-FFF2-40B4-BE49-F238E27FC236}">
                <a16:creationId xmlns:a16="http://schemas.microsoft.com/office/drawing/2014/main" id="{CC3C54D4-52E7-4220-9609-D868B673B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810125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6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SAME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62" name="controller-target">
            <a:extLst xmlns:a="http://schemas.openxmlformats.org/drawingml/2006/main">
              <a:ext uri="{FF2B5EF4-FFF2-40B4-BE49-F238E27FC236}">
                <a16:creationId xmlns:a16="http://schemas.microsoft.com/office/drawing/2014/main" id="{BA3FC781-2FB9-4382-84B1-FBC7A097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3911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target ID</a:t>
            </a:r>
          </a:p>
        </p:txBody>
      </p:sp>
      <p:sp>
        <p:nvSpPr>
          <p:cNvPr id="63" name="p-output">
            <a:extLst xmlns:a="http://schemas.openxmlformats.org/drawingml/2006/main">
              <a:ext uri="{FF2B5EF4-FFF2-40B4-BE49-F238E27FC236}">
                <a16:creationId xmlns:a16="http://schemas.microsoft.com/office/drawing/2014/main" id="{79CCB94E-8B6C-454C-BAC4-5FB41551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41814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64" name="r-output">
            <a:extLst xmlns:a="http://schemas.openxmlformats.org/drawingml/2006/main">
              <a:ext uri="{FF2B5EF4-FFF2-40B4-BE49-F238E27FC236}">
                <a16:creationId xmlns:a16="http://schemas.microsoft.com/office/drawing/2014/main" id="{3ED77E05-45ED-4BCF-BA28-2E97BF48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51339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5" name="p-output-label">
            <a:extLst xmlns:a="http://schemas.openxmlformats.org/drawingml/2006/main">
              <a:ext uri="{FF2B5EF4-FFF2-40B4-BE49-F238E27FC236}">
                <a16:creationId xmlns:a16="http://schemas.microsoft.com/office/drawing/2014/main" id="{8F26BD37-3BA7-4EAF-993F-88F0EC0C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481012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9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T_P  gold A</a:t>
            </a:r>
          </a:p>
        </p:txBody>
      </p:sp>
      <p:sp>
        <p:nvSpPr>
          <p:cNvPr id="66" name="r-output-label">
            <a:extLst xmlns:a="http://schemas.openxmlformats.org/drawingml/2006/main">
              <a:ext uri="{FF2B5EF4-FFF2-40B4-BE49-F238E27FC236}">
                <a16:creationId xmlns:a16="http://schemas.microsoft.com/office/drawing/2014/main" id="{5BB5C828-BC4F-4BD0-B55C-DF998185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5762625"/>
            <a:ext cx="99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6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T_R  gold B</a:t>
            </a:r>
          </a:p>
        </p:txBody>
      </p:sp>
      <p:sp>
        <p:nvSpPr>
          <p:cNvPr id="67" name="joint-bracket-v">
            <a:extLst xmlns:a="http://schemas.openxmlformats.org/drawingml/2006/main">
              <a:ext uri="{FF2B5EF4-FFF2-40B4-BE49-F238E27FC236}">
                <a16:creationId xmlns:a16="http://schemas.microsoft.com/office/drawing/2014/main" id="{40B68D4D-5679-4D37-8BB4-EB364D92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476750"/>
            <a:ext cx="0" cy="95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4A56"/>
            </a:solidFill>
            <a:prstDash val="solid"/>
          </a:ln>
        </p:spPr>
      </p:sp>
      <p:sp>
        <p:nvSpPr>
          <p:cNvPr id="68" name="joint-bracket-top">
            <a:extLst xmlns:a="http://schemas.openxmlformats.org/drawingml/2006/main">
              <a:ext uri="{FF2B5EF4-FFF2-40B4-BE49-F238E27FC236}">
                <a16:creationId xmlns:a16="http://schemas.microsoft.com/office/drawing/2014/main" id="{C3D67402-D19A-45D2-9BC8-70FCF5B0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44767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4A56"/>
            </a:solidFill>
            <a:prstDash val="solid"/>
          </a:ln>
        </p:spPr>
      </p:sp>
      <p:sp>
        <p:nvSpPr>
          <p:cNvPr id="69" name="joint-bracket-bottom">
            <a:extLst xmlns:a="http://schemas.openxmlformats.org/drawingml/2006/main">
              <a:ext uri="{FF2B5EF4-FFF2-40B4-BE49-F238E27FC236}">
                <a16:creationId xmlns:a16="http://schemas.microsoft.com/office/drawing/2014/main" id="{C86A010D-B48A-4641-8454-2BE451CE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429250"/>
            <a:ext cx="11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264A56"/>
            </a:solidFill>
            <a:prstDash val="solid"/>
          </a:ln>
        </p:spPr>
      </p:sp>
      <p:sp>
        <p:nvSpPr>
          <p:cNvPr id="70" name="joint-to-pairacc">
            <a:extLst xmlns:a="http://schemas.openxmlformats.org/drawingml/2006/main">
              <a:ext uri="{FF2B5EF4-FFF2-40B4-BE49-F238E27FC236}">
                <a16:creationId xmlns:a16="http://schemas.microsoft.com/office/drawing/2014/main" id="{F563C5E1-6A4C-4B00-BB7F-D7783FCB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0300" y="4857750"/>
            <a:ext cx="323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A56"/>
          </a:solidFill>
          <a:ln xmlns:a="http://schemas.openxmlformats.org/drawingml/2006/main" w="3810">
            <a:solidFill>
              <a:srgbClr val="264A56"/>
            </a:solidFill>
            <a:prstDash val="solid"/>
          </a:ln>
        </p:spPr>
      </p:sp>
      <p:sp>
        <p:nvSpPr>
          <p:cNvPr id="71" name="pairacc-seal">
            <a:extLst xmlns:a="http://schemas.openxmlformats.org/drawingml/2006/main">
              <a:ext uri="{FF2B5EF4-FFF2-40B4-BE49-F238E27FC236}">
                <a16:creationId xmlns:a16="http://schemas.microsoft.com/office/drawing/2014/main" id="{A6DEAD41-D179-4F76-AEC9-D9FC0F6A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6050" y="4648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4A56"/>
          </a:solidFill>
          <a:ln xmlns:a="http://schemas.openxmlformats.org/drawingml/2006/main" w="19050">
            <a:solidFill>
              <a:srgbClr val="264A56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2/2</a:t>
            </a:r>
          </a:p>
        </p:txBody>
      </p:sp>
      <p:sp>
        <p:nvSpPr>
          <p:cNvPr id="72" name="pairacc-label">
            <a:extLst xmlns:a="http://schemas.openxmlformats.org/drawingml/2006/main">
              <a:ext uri="{FF2B5EF4-FFF2-40B4-BE49-F238E27FC236}">
                <a16:creationId xmlns:a16="http://schemas.microsoft.com/office/drawing/2014/main" id="{ECD9504C-7313-469A-B6AF-D117BB1F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52863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PairAcc</a:t>
            </a:r>
          </a:p>
        </p:txBody>
      </p:sp>
      <p:cxnSp>
        <p:nvCxnSpPr>
          <p:cNvPr id="190" name=""/>
          <p:cNvCxnSpPr>
            <a:stCxn xmlns:a="http://schemas.openxmlformats.org/drawingml/2006/main" id="22" idx="6"/>
            <a:endCxn xmlns:a="http://schemas.openxmlformats.org/drawingml/2006/main" id="26" idx="2"/>
          </p:cNvCxnSpPr>
          <p:nvPr/>
        </p:nvCxnSpPr>
        <p:spPr>
          <a:xfrm xmlns:a="http://schemas.openxmlformats.org/drawingml/2006/main">
            <a:off x="4248150" y="2000250"/>
            <a:ext cx="575310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E56D4E"/>
            </a:solidFill>
            <a:prstDash val="solid"/>
            <a:tailEnd type="arrow" w="sm" len="sm"/>
          </a:ln>
        </p:spPr>
      </p:cxnSp>
      <p:cxnSp>
        <p:nvCxnSpPr>
          <p:cNvPr id="191" name=""/>
          <p:cNvCxnSpPr>
            <a:stCxn xmlns:a="http://schemas.openxmlformats.org/drawingml/2006/main" id="23" idx="6"/>
            <a:endCxn xmlns:a="http://schemas.openxmlformats.org/drawingml/2006/main" id="25" idx="2"/>
          </p:cNvCxnSpPr>
          <p:nvPr/>
        </p:nvCxnSpPr>
        <p:spPr>
          <a:xfrm xmlns:a="http://schemas.openxmlformats.org/drawingml/2006/main" flipV="1">
            <a:off x="4210050" y="2000250"/>
            <a:ext cx="575310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48D82"/>
            </a:solidFill>
            <a:prstDash val="solid"/>
            <a:tailEnd type="arrow" w="sm" len="sm"/>
          </a:ln>
        </p:spPr>
      </p:cxnSp>
      <p:cxnSp>
        <p:nvCxnSpPr>
          <p:cNvPr id="192" name=""/>
          <p:cNvCxnSpPr>
            <a:stCxn xmlns:a="http://schemas.openxmlformats.org/drawingml/2006/main" id="22" idx="4"/>
            <a:endCxn xmlns:a="http://schemas.openxmlformats.org/drawingml/2006/main" id="48" idx="0"/>
          </p:cNvCxnSpPr>
          <p:nvPr/>
        </p:nvCxnSpPr>
        <p:spPr>
          <a:xfrm xmlns:a="http://schemas.openxmlformats.org/drawingml/2006/main">
            <a:off x="3981450" y="2266950"/>
            <a:ext cx="0" cy="1924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E56D4E"/>
            </a:solidFill>
            <a:prstDash val="dash"/>
          </a:ln>
        </p:spPr>
      </p:cxnSp>
      <p:cxnSp>
        <p:nvCxnSpPr>
          <p:cNvPr id="193" name=""/>
          <p:cNvCxnSpPr>
            <a:stCxn xmlns:a="http://schemas.openxmlformats.org/drawingml/2006/main" id="25" idx="4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10229850" y="2266950"/>
            <a:ext cx="0" cy="28765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8D82"/>
            </a:solidFill>
            <a:prstDash val="dash"/>
          </a:ln>
        </p:spPr>
      </p:cxnSp>
      <p:cxnSp>
        <p:nvCxnSpPr>
          <p:cNvPr id="194" name=""/>
          <p:cNvCxnSpPr>
            <a:stCxn xmlns:a="http://schemas.openxmlformats.org/drawingml/2006/main" id="48" idx="6"/>
            <a:endCxn xmlns:a="http://schemas.openxmlformats.org/drawingml/2006/main" id="63" idx="2"/>
          </p:cNvCxnSpPr>
          <p:nvPr/>
        </p:nvCxnSpPr>
        <p:spPr>
          <a:xfrm xmlns:a="http://schemas.openxmlformats.org/drawingml/2006/main">
            <a:off x="4267200" y="4476750"/>
            <a:ext cx="86582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E56D4E"/>
            </a:solidFill>
            <a:prstDash val="solid"/>
            <a:tailEnd type="arrow" w="med" len="med"/>
          </a:ln>
        </p:spPr>
      </p:cxnSp>
      <p:cxnSp>
        <p:nvCxnSpPr>
          <p:cNvPr id="195" name=""/>
          <p:cNvCxnSpPr>
            <a:stCxn xmlns:a="http://schemas.openxmlformats.org/drawingml/2006/main" id="50" idx="6"/>
            <a:endCxn xmlns:a="http://schemas.openxmlformats.org/drawingml/2006/main" id="52" idx="2"/>
          </p:cNvCxnSpPr>
          <p:nvPr/>
        </p:nvCxnSpPr>
        <p:spPr>
          <a:xfrm xmlns:a="http://schemas.openxmlformats.org/drawingml/2006/main">
            <a:off x="4267200" y="5429250"/>
            <a:ext cx="56769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48D82"/>
            </a:solidFill>
            <a:prstDash val="dash"/>
          </a:ln>
        </p:spPr>
      </p:cxnSp>
      <p:cxnSp>
        <p:nvCxnSpPr>
          <p:cNvPr id="196" name=""/>
          <p:cNvCxnSpPr>
            <a:stCxn xmlns:a="http://schemas.openxmlformats.org/drawingml/2006/main" id="52" idx="6"/>
            <a:endCxn xmlns:a="http://schemas.openxmlformats.org/drawingml/2006/main" id="64" idx="2"/>
          </p:cNvCxnSpPr>
          <p:nvPr/>
        </p:nvCxnSpPr>
        <p:spPr>
          <a:xfrm xmlns:a="http://schemas.openxmlformats.org/drawingml/2006/main">
            <a:off x="10515600" y="5429250"/>
            <a:ext cx="2409825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8D82"/>
            </a:solidFill>
            <a:prstDash val="solid"/>
            <a:tailEnd type="arrow" w="med" len="med"/>
          </a:ln>
        </p:spPr>
      </p:cxnSp>
      <p:sp>
        <p:nvSpPr>
          <p:cNvPr id="80" name="substitution-node">
            <a:extLst xmlns:a="http://schemas.openxmlformats.org/drawingml/2006/main">
              <a:ext uri="{FF2B5EF4-FFF2-40B4-BE49-F238E27FC236}">
                <a16:creationId xmlns:a16="http://schemas.microsoft.com/office/drawing/2014/main" id="{0F5DEA22-CAB9-4532-91C1-A73F3282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43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cxnSp>
        <p:nvCxnSpPr>
          <p:cNvPr id="198" name=""/>
          <p:cNvCxnSpPr>
            <a:stCxn xmlns:a="http://schemas.openxmlformats.org/drawingml/2006/main" id="48" idx="6"/>
            <a:endCxn xmlns:a="http://schemas.openxmlformats.org/drawingml/2006/main" id="80" idx="2"/>
          </p:cNvCxnSpPr>
          <p:nvPr/>
        </p:nvCxnSpPr>
        <p:spPr>
          <a:xfrm xmlns:a="http://schemas.openxmlformats.org/drawingml/2006/main" rot="16200000" flipH="1">
            <a:off x="6343650" y="2400300"/>
            <a:ext cx="495300" cy="46482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6670">
            <a:solidFill>
              <a:srgbClr val="E56D4E"/>
            </a:solidFill>
            <a:prstDash val="dash"/>
            <a:tailEnd type="arrow" w="sm" len="sm"/>
          </a:ln>
        </p:spPr>
      </p:cxnSp>
      <p:sp>
        <p:nvSpPr>
          <p:cNvPr id="82" name="error-label">
            <a:extLst xmlns:a="http://schemas.openxmlformats.org/drawingml/2006/main">
              <a:ext uri="{FF2B5EF4-FFF2-40B4-BE49-F238E27FC236}">
                <a16:creationId xmlns:a16="http://schemas.microsoft.com/office/drawing/2014/main" id="{D0218AB0-4327-4CFC-AE92-F16CE51A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00575"/>
            <a:ext cx="1638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27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re-run q: A -&gt; B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conditional substitution</a:t>
            </a:r>
          </a:p>
        </p:txBody>
      </p:sp>
      <p:sp>
        <p:nvSpPr>
          <p:cNvPr id="83" name="error-x">
            <a:extLst xmlns:a="http://schemas.openxmlformats.org/drawingml/2006/main">
              <a:ext uri="{FF2B5EF4-FFF2-40B4-BE49-F238E27FC236}">
                <a16:creationId xmlns:a16="http://schemas.microsoft.com/office/drawing/2014/main" id="{4563C638-058E-4671-B708-D55A4980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14288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318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84" name="a0-overlay">
            <a:extLst xmlns:a="http://schemas.openxmlformats.org/drawingml/2006/main">
              <a:ext uri="{FF2B5EF4-FFF2-40B4-BE49-F238E27FC236}">
                <a16:creationId xmlns:a16="http://schemas.microsoft.com/office/drawing/2014/main" id="{05D0BD70-1DBD-49E0-9F41-ECEB2D90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33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5" name="b0-overlay">
            <a:extLst xmlns:a="http://schemas.openxmlformats.org/drawingml/2006/main">
              <a:ext uri="{FF2B5EF4-FFF2-40B4-BE49-F238E27FC236}">
                <a16:creationId xmlns:a16="http://schemas.microsoft.com/office/drawing/2014/main" id="{989E5196-3054-43FE-9121-329EAC1D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28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6" name="b1-overlay">
            <a:extLst xmlns:a="http://schemas.openxmlformats.org/drawingml/2006/main">
              <a:ext uri="{FF2B5EF4-FFF2-40B4-BE49-F238E27FC236}">
                <a16:creationId xmlns:a16="http://schemas.microsoft.com/office/drawing/2014/main" id="{EC869F3D-0C9C-45EC-AADA-0625318A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733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7" name="a1-overlay">
            <a:extLst xmlns:a="http://schemas.openxmlformats.org/drawingml/2006/main">
              <a:ext uri="{FF2B5EF4-FFF2-40B4-BE49-F238E27FC236}">
                <a16:creationId xmlns:a16="http://schemas.microsoft.com/office/drawing/2014/main" id="{455ABEE4-5EA2-401C-9538-E01A8769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289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8" name="p-bound-overlay">
            <a:extLst xmlns:a="http://schemas.openxmlformats.org/drawingml/2006/main">
              <a:ext uri="{FF2B5EF4-FFF2-40B4-BE49-F238E27FC236}">
                <a16:creationId xmlns:a16="http://schemas.microsoft.com/office/drawing/2014/main" id="{59D7D2D5-D375-434E-9AB6-733A3459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910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D4E">
              <a:alpha val="9000"/>
            </a:srgbClr>
          </a:solidFill>
          <a:ln xmlns:a="http://schemas.openxmlformats.org/drawingml/2006/main" w="2286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9" name="r-open-overlay">
            <a:extLst xmlns:a="http://schemas.openxmlformats.org/drawingml/2006/main">
              <a:ext uri="{FF2B5EF4-FFF2-40B4-BE49-F238E27FC236}">
                <a16:creationId xmlns:a16="http://schemas.microsoft.com/office/drawing/2014/main" id="{47284981-EF78-480F-8892-ECEEDD5AC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143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q?</a:t>
            </a:r>
          </a:p>
        </p:txBody>
      </p:sp>
      <p:sp>
        <p:nvSpPr>
          <p:cNvPr id="90" name="r-bind-overlay">
            <a:extLst xmlns:a="http://schemas.openxmlformats.org/drawingml/2006/main">
              <a:ext uri="{FF2B5EF4-FFF2-40B4-BE49-F238E27FC236}">
                <a16:creationId xmlns:a16="http://schemas.microsoft.com/office/drawing/2014/main" id="{CB415A24-7C06-424B-AF5C-325B1D79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43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>
              <a:alpha val="9000"/>
            </a:srgbClr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1" name="controller-lens-overlay">
            <a:extLst xmlns:a="http://schemas.openxmlformats.org/drawingml/2006/main">
              <a:ext uri="{FF2B5EF4-FFF2-40B4-BE49-F238E27FC236}">
                <a16:creationId xmlns:a16="http://schemas.microsoft.com/office/drawing/2014/main" id="{18390F30-E580-4BBD-98B6-35139438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3962400"/>
            <a:ext cx="1504950" cy="1809750"/>
          </a:xfrm>
          <a:prstGeom xmlns:a="http://schemas.openxmlformats.org/drawingml/2006/main" prst="roundRect">
            <a:avLst>
              <a:gd name="adj" fmla="val 36709"/>
            </a:avLst>
          </a:prstGeom>
          <a:solidFill xmlns:a="http://schemas.openxmlformats.org/drawingml/2006/main">
            <a:srgbClr val="407A7F">
              <a:alpha val="7000"/>
            </a:srgbClr>
          </a:solidFill>
          <a:ln xmlns:a="http://schemas.openxmlformats.org/drawingml/2006/main" w="22860">
            <a:solidFill>
              <a:srgbClr val="407A7F"/>
            </a:solidFill>
            <a:prstDash val="solid"/>
          </a:ln>
        </p:spPr>
      </p:sp>
      <p:sp>
        <p:nvSpPr>
          <p:cNvPr id="92" name="controller-robot-overlay-antenna">
            <a:extLst xmlns:a="http://schemas.openxmlformats.org/drawingml/2006/main">
              <a:ext uri="{FF2B5EF4-FFF2-40B4-BE49-F238E27FC236}">
                <a16:creationId xmlns:a16="http://schemas.microsoft.com/office/drawing/2014/main" id="{CA05307F-700B-4B0B-91C4-0AD1B1CA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407670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93" name="controller-robot-overlay-tip">
            <a:extLst xmlns:a="http://schemas.openxmlformats.org/drawingml/2006/main">
              <a:ext uri="{FF2B5EF4-FFF2-40B4-BE49-F238E27FC236}">
                <a16:creationId xmlns:a16="http://schemas.microsoft.com/office/drawing/2014/main" id="{4F8C5B1C-9936-4874-AEF6-DB364FF9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9088" y="4024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4" name="controller-robot-overlay-head">
            <a:extLst xmlns:a="http://schemas.openxmlformats.org/drawingml/2006/main">
              <a:ext uri="{FF2B5EF4-FFF2-40B4-BE49-F238E27FC236}">
                <a16:creationId xmlns:a16="http://schemas.microsoft.com/office/drawing/2014/main" id="{B4E61D0A-498A-4374-B0C8-DE50EA70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475" y="4171950"/>
            <a:ext cx="723900" cy="533400"/>
          </a:xfrm>
          <a:prstGeom xmlns:a="http://schemas.openxmlformats.org/drawingml/2006/main" prst="roundRect">
            <a:avLst>
              <a:gd name="adj" fmla="val 232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1908">
            <a:solidFill>
              <a:srgbClr val="407A7F"/>
            </a:solidFill>
            <a:prstDash val="solid"/>
          </a:ln>
        </p:spPr>
      </p:sp>
      <p:sp>
        <p:nvSpPr>
          <p:cNvPr id="95" name="controller-robot-overlay-eye-1">
            <a:extLst xmlns:a="http://schemas.openxmlformats.org/drawingml/2006/main">
              <a:ext uri="{FF2B5EF4-FFF2-40B4-BE49-F238E27FC236}">
                <a16:creationId xmlns:a16="http://schemas.microsoft.com/office/drawing/2014/main" id="{BDD0EE25-7715-442F-98C7-824F8C35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975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6" name="controller-robot-overlay-eye-2">
            <a:extLst xmlns:a="http://schemas.openxmlformats.org/drawingml/2006/main">
              <a:ext uri="{FF2B5EF4-FFF2-40B4-BE49-F238E27FC236}">
                <a16:creationId xmlns:a16="http://schemas.microsoft.com/office/drawing/2014/main" id="{6902A213-9C9D-4ECF-998D-EA01937A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7675" y="43529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7" name="controller-robot-overlay-mouth">
            <a:extLst xmlns:a="http://schemas.openxmlformats.org/drawingml/2006/main">
              <a:ext uri="{FF2B5EF4-FFF2-40B4-BE49-F238E27FC236}">
                <a16:creationId xmlns:a16="http://schemas.microsoft.com/office/drawing/2014/main" id="{C3D7BD85-05B7-46AE-B9C9-118C0AB5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455295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407A7F"/>
            </a:solidFill>
            <a:prstDash val="solid"/>
          </a:ln>
        </p:spPr>
      </p:sp>
      <p:sp>
        <p:nvSpPr>
          <p:cNvPr id="98" name="controller-text-overlay">
            <a:extLst xmlns:a="http://schemas.openxmlformats.org/drawingml/2006/main">
              <a:ext uri="{FF2B5EF4-FFF2-40B4-BE49-F238E27FC236}">
                <a16:creationId xmlns:a16="http://schemas.microsoft.com/office/drawing/2014/main" id="{CA140600-3CCB-4B1D-BE37-571BCABA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810125"/>
            <a:ext cx="1200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6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SAME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CONTROLLER</a:t>
            </a:r>
          </a:p>
        </p:txBody>
      </p:sp>
      <p:sp>
        <p:nvSpPr>
          <p:cNvPr id="99" name="controller-target-overlay">
            <a:extLst xmlns:a="http://schemas.openxmlformats.org/drawingml/2006/main">
              <a:ext uri="{FF2B5EF4-FFF2-40B4-BE49-F238E27FC236}">
                <a16:creationId xmlns:a16="http://schemas.microsoft.com/office/drawing/2014/main" id="{C8FB7966-D184-45A6-9F70-CD32E16C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3911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5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target ID</a:t>
            </a:r>
          </a:p>
        </p:txBody>
      </p:sp>
      <p:sp>
        <p:nvSpPr>
          <p:cNvPr id="100" name="p-output-overlay">
            <a:extLst xmlns:a="http://schemas.openxmlformats.org/drawingml/2006/main">
              <a:ext uri="{FF2B5EF4-FFF2-40B4-BE49-F238E27FC236}">
                <a16:creationId xmlns:a16="http://schemas.microsoft.com/office/drawing/2014/main" id="{2100AB4F-5689-497F-99B7-71D169E0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41814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1" name="r-output-overlay">
            <a:extLst xmlns:a="http://schemas.openxmlformats.org/drawingml/2006/main">
              <a:ext uri="{FF2B5EF4-FFF2-40B4-BE49-F238E27FC236}">
                <a16:creationId xmlns:a16="http://schemas.microsoft.com/office/drawing/2014/main" id="{5089EF99-1D96-4EA4-BA6A-519B6BC6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5425" y="5133975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2" name="substitution-node-overlay">
            <a:extLst xmlns:a="http://schemas.openxmlformats.org/drawingml/2006/main">
              <a:ext uri="{FF2B5EF4-FFF2-40B4-BE49-F238E27FC236}">
                <a16:creationId xmlns:a16="http://schemas.microsoft.com/office/drawing/2014/main" id="{510D3D99-D798-4506-94EA-58B62745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43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3" name="error-x-overlay">
            <a:extLst xmlns:a="http://schemas.openxmlformats.org/drawingml/2006/main">
              <a:ext uri="{FF2B5EF4-FFF2-40B4-BE49-F238E27FC236}">
                <a16:creationId xmlns:a16="http://schemas.microsoft.com/office/drawing/2014/main" id="{9168A8F4-2DF8-4E75-BC0D-081E21FA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14288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8318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0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C8AA21D-860A-4D18-A5EB-8966FCED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432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64A56"/>
            </a:solidFill>
            <a:prstDash val="solid"/>
          </a:ln>
        </p:spPr>
      </p:sp>
      <p:sp>
        <p:nvSpPr>
          <p:cNvPr id="105" name="footer-p-a">
            <a:extLst xmlns:a="http://schemas.openxmlformats.org/drawingml/2006/main">
              <a:ext uri="{FF2B5EF4-FFF2-40B4-BE49-F238E27FC236}">
                <a16:creationId xmlns:a16="http://schemas.microsoft.com/office/drawing/2014/main" id="{7C2F98AE-1DFB-4AEE-B6E5-C341EB72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34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6" name="footer-p-b">
            <a:extLst xmlns:a="http://schemas.openxmlformats.org/drawingml/2006/main">
              <a:ext uri="{FF2B5EF4-FFF2-40B4-BE49-F238E27FC236}">
                <a16:creationId xmlns:a16="http://schemas.microsoft.com/office/drawing/2014/main" id="{1AC44C6B-B59B-44FB-A470-868E136C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34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7" name="footer-pair">
            <a:extLst xmlns:a="http://schemas.openxmlformats.org/drawingml/2006/main">
              <a:ext uri="{FF2B5EF4-FFF2-40B4-BE49-F238E27FC236}">
                <a16:creationId xmlns:a16="http://schemas.microsoft.com/office/drawing/2014/main" id="{E69175EB-D03A-4236-8C9E-3C1CD016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4198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PairAcc</a:t>
            </a:r>
          </a:p>
        </p:txBody>
      </p:sp>
      <p:sp>
        <p:nvSpPr>
          <p:cNvPr id="108" name="footer-pair-desc">
            <a:extLst xmlns:a="http://schemas.openxmlformats.org/drawingml/2006/main">
              <a:ext uri="{FF2B5EF4-FFF2-40B4-BE49-F238E27FC236}">
                <a16:creationId xmlns:a16="http://schemas.microsoft.com/office/drawing/2014/main" id="{E5A4BD03-B6C8-4460-B1B3-F2566FCF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705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both tracks correct</a:t>
            </a:r>
          </a:p>
        </p:txBody>
      </p:sp>
      <p:sp>
        <p:nvSpPr>
          <p:cNvPr id="109" name="footer-s-a">
            <a:extLst xmlns:a="http://schemas.openxmlformats.org/drawingml/2006/main">
              <a:ext uri="{FF2B5EF4-FFF2-40B4-BE49-F238E27FC236}">
                <a16:creationId xmlns:a16="http://schemas.microsoft.com/office/drawing/2014/main" id="{D0DFF1B3-25C4-47AC-852C-F0B6941C7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6515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0" name="footer-s-arrow">
            <a:extLst xmlns:a="http://schemas.openxmlformats.org/drawingml/2006/main">
              <a:ext uri="{FF2B5EF4-FFF2-40B4-BE49-F238E27FC236}">
                <a16:creationId xmlns:a16="http://schemas.microsoft.com/office/drawing/2014/main" id="{DCBB9F1D-78CC-4C7F-9B79-149C2B90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629400"/>
            <a:ext cx="552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11" name="footer-s-b">
            <a:extLst xmlns:a="http://schemas.openxmlformats.org/drawingml/2006/main">
              <a:ext uri="{FF2B5EF4-FFF2-40B4-BE49-F238E27FC236}">
                <a16:creationId xmlns:a16="http://schemas.microsoft.com/office/drawing/2014/main" id="{55C518E4-2737-4D51-A825-C574AF8B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515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12" name="footer-sub">
            <a:extLst xmlns:a="http://schemas.openxmlformats.org/drawingml/2006/main">
              <a:ext uri="{FF2B5EF4-FFF2-40B4-BE49-F238E27FC236}">
                <a16:creationId xmlns:a16="http://schemas.microsoft.com/office/drawing/2014/main" id="{A8764258-6218-4851-9F88-1248C09C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4198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Conditional substitution</a:t>
            </a:r>
          </a:p>
        </p:txBody>
      </p:sp>
      <p:sp>
        <p:nvSpPr>
          <p:cNvPr id="113" name="footer-sub-desc">
            <a:extLst xmlns:a="http://schemas.openxmlformats.org/drawingml/2006/main">
              <a:ext uri="{FF2B5EF4-FFF2-40B4-BE49-F238E27FC236}">
                <a16:creationId xmlns:a16="http://schemas.microsoft.com/office/drawing/2014/main" id="{E2233DB5-5360-4023-877A-67209757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670560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Preserve ends at B</a:t>
            </a:r>
          </a:p>
        </p:txBody>
      </p:sp>
      <p:sp>
        <p:nvSpPr>
          <p:cNvPr id="114" name="footer-db">
            <a:extLst xmlns:a="http://schemas.openxmlformats.org/drawingml/2006/main">
              <a:ext uri="{FF2B5EF4-FFF2-40B4-BE49-F238E27FC236}">
                <a16:creationId xmlns:a16="http://schemas.microsoft.com/office/drawing/2014/main" id="{BDD6F372-4412-4E2E-9B4B-AB55977F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57950"/>
            <a:ext cx="514350" cy="5143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60AA84">
              <a:alpha val="10000"/>
            </a:srgbClr>
          </a:solidFill>
          <a:ln xmlns:a="http://schemas.openxmlformats.org/drawingml/2006/main" w="19050">
            <a:solidFill>
              <a:srgbClr val="60AA84"/>
            </a:solidFill>
            <a:prstDash val="solid"/>
          </a:ln>
        </p:spPr>
      </p:sp>
      <p:sp>
        <p:nvSpPr>
          <p:cNvPr id="115" name="footer-write-arrow">
            <a:extLst xmlns:a="http://schemas.openxmlformats.org/drawingml/2006/main">
              <a:ext uri="{FF2B5EF4-FFF2-40B4-BE49-F238E27FC236}">
                <a16:creationId xmlns:a16="http://schemas.microsoft.com/office/drawing/2014/main" id="{534D0F05-555E-4627-A7B9-F18036BC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629400"/>
            <a:ext cx="552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0AA84"/>
          </a:solidFill>
          <a:ln xmlns:a="http://schemas.openxmlformats.org/drawingml/2006/main" w="3810">
            <a:solidFill>
              <a:srgbClr val="60AA84"/>
            </a:solidFill>
            <a:prstDash val="solid"/>
          </a:ln>
        </p:spPr>
      </p:sp>
      <p:sp>
        <p:nvSpPr>
          <p:cNvPr id="116" name="footer-write">
            <a:extLst xmlns:a="http://schemas.openxmlformats.org/drawingml/2006/main">
              <a:ext uri="{FF2B5EF4-FFF2-40B4-BE49-F238E27FC236}">
                <a16:creationId xmlns:a16="http://schemas.microsoft.com/office/drawing/2014/main" id="{4488BCFC-FDEA-4DDA-801A-DD9D2C2D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4198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Executed state diff</a:t>
            </a:r>
          </a:p>
        </p:txBody>
      </p:sp>
      <p:sp>
        <p:nvSpPr>
          <p:cNvPr id="117" name="footer-write-desc">
            <a:extLst xmlns:a="http://schemas.openxmlformats.org/drawingml/2006/main">
              <a:ext uri="{FF2B5EF4-FFF2-40B4-BE49-F238E27FC236}">
                <a16:creationId xmlns:a16="http://schemas.microsoft.com/office/drawing/2014/main" id="{A6FBDB0F-1DE9-487C-B654-571621D2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7056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575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selected ID receives the write</a:t>
            </a:r>
          </a:p>
        </p:txBody>
      </p:sp>
    </p:spTree>
    <p:extLst>
      <p:ext uri="{BB962C8B-B14F-4D97-AF65-F5344CB8AC3E}">
        <p14:creationId xmlns:p14="http://schemas.microsoft.com/office/powerpoint/2010/main" val="1803092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2026-07-28T09:18:34.1930000Z</dcterms:created>
  <dcterms:modified xsi:type="dcterms:W3CDTF">2026-07-28T09:18:34.1930000Z</dcterms:modified>
</coreProperties>
</file>