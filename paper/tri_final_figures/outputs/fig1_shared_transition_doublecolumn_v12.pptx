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5e2ab02b0c4d09" /><Relationship Type="http://schemas.openxmlformats.org/officeDocument/2006/relationships/extended-properties" Target="/docProps/app.xml" Id="R2f4456d3396f4c26" /><Relationship Type="http://schemas.openxmlformats.org/officeDocument/2006/relationships/officeDocument" Target="/ppt/presentation.xml" Id="R756dc26a665d45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c1049649744713"/>
  </p:sldMasterIdLst>
  <p:notesMasterIdLst>
    <p:notesMasterId xmlns:r="http://schemas.openxmlformats.org/officeDocument/2006/relationships" r:id="Rd0ca37c1c0be4f85"/>
  </p:notesMasterIdLst>
  <p:sldIdLst>
    <p:sldId xmlns:r="http://schemas.openxmlformats.org/officeDocument/2006/relationships" id="256" r:id="R9e7462930720482e"/>
  </p:sldIdLst>
  <p:sldSz cx="15240000" cy="723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4ee6334d3f4245" /><Relationship Type="http://schemas.openxmlformats.org/officeDocument/2006/relationships/slideMaster" Target="/ppt/slideMasters/slideMaster1.xml" Id="R3bc1049649744713" /><Relationship Type="http://schemas.openxmlformats.org/officeDocument/2006/relationships/notesMaster" Target="/ppt/notesMasters/notesMaster1.xml" Id="Rd0ca37c1c0be4f85" /><Relationship Type="http://schemas.openxmlformats.org/officeDocument/2006/relationships/presProps" Target="/ppt/presProps.xml" Id="R9982c337739b4575" /><Relationship Type="http://schemas.openxmlformats.org/officeDocument/2006/relationships/tableStyles" Target="/ppt/tableStyles.xml" Id="R34ba020c810d47ec" /><Relationship Type="http://schemas.openxmlformats.org/officeDocument/2006/relationships/slide" Target="/ppt/slides/slide1.xml" Id="R9e746293072048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04c21576d64b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0d7bd4423a40e9" /><Relationship Type="http://schemas.openxmlformats.org/officeDocument/2006/relationships/notesMaster" Target="/ppt/notesMasters/notesMaster1.xml" Id="R5ca8209d677342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85f67df3024e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b52727d6bb48e1" /><Relationship Type="http://schemas.openxmlformats.org/officeDocument/2006/relationships/slideLayout" Target="/ppt/slideLayouts/slideLayout1.xml" Id="R6c4a38c29cf54a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4a38c29cf54a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070e9cbee4acd" /><Relationship Type="http://schemas.openxmlformats.org/officeDocument/2006/relationships/notesSlide" Target="/ppt/notesSlides/notesSlide1.xml" Id="R51791f941a5d4c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62B9F562-B051-48B0-9621-86B97AD3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" y="142875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91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Resolution timing changes the correct target</a:t>
            </a:r>
          </a:p>
        </p:txBody>
      </p:sp>
      <p:sp>
        <p:nvSpPr>
          <p:cNvPr id="2" name="figure-tagline">
            <a:extLst xmlns:a="http://schemas.openxmlformats.org/drawingml/2006/main">
              <a:ext uri="{FF2B5EF4-FFF2-40B4-BE49-F238E27FC236}">
                <a16:creationId xmlns:a16="http://schemas.microsoft.com/office/drawing/2014/main" id="{CFC2A4DE-6D96-48D3-AC4F-0D19CD1D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56197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The same refresh supports opposite-gold instructions.</a:t>
            </a:r>
          </a:p>
        </p:txBody>
      </p:sp>
      <p:sp>
        <p:nvSpPr>
          <p:cNvPr id="3" name="scenario-header">
            <a:extLst xmlns:a="http://schemas.openxmlformats.org/drawingml/2006/main">
              <a:ext uri="{FF2B5EF4-FFF2-40B4-BE49-F238E27FC236}">
                <a16:creationId xmlns:a16="http://schemas.microsoft.com/office/drawing/2014/main" id="{01561FAD-7814-4832-AE15-5BE3B868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1200150"/>
            <a:ext cx="733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ario-header-text">
            <a:extLst xmlns:a="http://schemas.openxmlformats.org/drawingml/2006/main">
              <a:ext uri="{FF2B5EF4-FFF2-40B4-BE49-F238E27FC236}">
                <a16:creationId xmlns:a16="http://schemas.microsoft.com/office/drawing/2014/main" id="{B07E7230-0544-4E23-A507-D10BB38D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1285875"/>
            <a:ext cx="7029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 SCENARIO</a:t>
            </a:r>
          </a:p>
        </p:txBody>
      </p:sp>
      <p:sp>
        <p:nvSpPr>
          <p:cNvPr id="5" name="scenario-frame">
            <a:extLst xmlns:a="http://schemas.openxmlformats.org/drawingml/2006/main">
              <a:ext uri="{FF2B5EF4-FFF2-40B4-BE49-F238E27FC236}">
                <a16:creationId xmlns:a16="http://schemas.microsoft.com/office/drawing/2014/main" id="{66EDD006-A05E-4DB8-BFE5-80B7BF2C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714500"/>
            <a:ext cx="7334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4B4D4F"/>
            </a:solidFill>
            <a:prstDash val="dash"/>
          </a:ln>
        </p:spPr>
      </p:sp>
      <p:sp>
        <p:nvSpPr>
          <p:cNvPr id="6" name="scenario-a-back2">
            <a:extLst xmlns:a="http://schemas.openxmlformats.org/drawingml/2006/main">
              <a:ext uri="{FF2B5EF4-FFF2-40B4-BE49-F238E27FC236}">
                <a16:creationId xmlns:a16="http://schemas.microsoft.com/office/drawing/2014/main" id="{BCCFB1FE-D63C-468C-88AC-F409D835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" y="2047875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7" name="scenario-a-back1">
            <a:extLst xmlns:a="http://schemas.openxmlformats.org/drawingml/2006/main">
              <a:ext uri="{FF2B5EF4-FFF2-40B4-BE49-F238E27FC236}">
                <a16:creationId xmlns:a16="http://schemas.microsoft.com/office/drawing/2014/main" id="{C3DD2DB5-04FF-4348-BE53-9BD20188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" y="2147411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8" name="scenario-a-front">
            <a:extLst xmlns:a="http://schemas.openxmlformats.org/drawingml/2006/main">
              <a:ext uri="{FF2B5EF4-FFF2-40B4-BE49-F238E27FC236}">
                <a16:creationId xmlns:a16="http://schemas.microsoft.com/office/drawing/2014/main" id="{D20F7C6F-64B0-4B65-B369-093B6A70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2255996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AEBABC"/>
            </a:solidFill>
            <a:prstDash val="solid"/>
          </a:ln>
        </p:spPr>
      </p:sp>
      <p:sp>
        <p:nvSpPr>
          <p:cNvPr id="9" name="scenario-a-top-stripe-0">
            <a:extLst xmlns:a="http://schemas.openxmlformats.org/drawingml/2006/main">
              <a:ext uri="{FF2B5EF4-FFF2-40B4-BE49-F238E27FC236}">
                <a16:creationId xmlns:a16="http://schemas.microsoft.com/office/drawing/2014/main" id="{D1D941C8-6B59-443C-B841-94ABED27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5961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cenario-a-bottom-stripe-0">
            <a:extLst xmlns:a="http://schemas.openxmlformats.org/drawingml/2006/main">
              <a:ext uri="{FF2B5EF4-FFF2-40B4-BE49-F238E27FC236}">
                <a16:creationId xmlns:a16="http://schemas.microsoft.com/office/drawing/2014/main" id="{CCAF24FF-03D1-43F5-8950-B8835A7C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5961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cenario-a-top-stripe-1">
            <a:extLst xmlns:a="http://schemas.openxmlformats.org/drawingml/2006/main">
              <a:ext uri="{FF2B5EF4-FFF2-40B4-BE49-F238E27FC236}">
                <a16:creationId xmlns:a16="http://schemas.microsoft.com/office/drawing/2014/main" id="{3D43DF84-6E19-4529-BCBF-524A1271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92249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cenario-a-bottom-stripe-1">
            <a:extLst xmlns:a="http://schemas.openxmlformats.org/drawingml/2006/main">
              <a:ext uri="{FF2B5EF4-FFF2-40B4-BE49-F238E27FC236}">
                <a16:creationId xmlns:a16="http://schemas.microsoft.com/office/drawing/2014/main" id="{7266AE99-9738-4579-A4FF-7F647F4D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92249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cenario-a-top-stripe-2">
            <a:extLst xmlns:a="http://schemas.openxmlformats.org/drawingml/2006/main">
              <a:ext uri="{FF2B5EF4-FFF2-40B4-BE49-F238E27FC236}">
                <a16:creationId xmlns:a16="http://schemas.microsoft.com/office/drawing/2014/main" id="{CF556AE3-1EB3-4468-BB52-8D005114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08537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cenario-a-bottom-stripe-2">
            <a:extLst xmlns:a="http://schemas.openxmlformats.org/drawingml/2006/main">
              <a:ext uri="{FF2B5EF4-FFF2-40B4-BE49-F238E27FC236}">
                <a16:creationId xmlns:a16="http://schemas.microsoft.com/office/drawing/2014/main" id="{D620AC2C-1A40-48A8-909B-6405E4DE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08537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cenario-a-top-stripe-3">
            <a:extLst xmlns:a="http://schemas.openxmlformats.org/drawingml/2006/main">
              <a:ext uri="{FF2B5EF4-FFF2-40B4-BE49-F238E27FC236}">
                <a16:creationId xmlns:a16="http://schemas.microsoft.com/office/drawing/2014/main" id="{4CF06ED5-ADBF-429C-A265-4B7E903C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24825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cenario-a-bottom-stripe-3">
            <a:extLst xmlns:a="http://schemas.openxmlformats.org/drawingml/2006/main">
              <a:ext uri="{FF2B5EF4-FFF2-40B4-BE49-F238E27FC236}">
                <a16:creationId xmlns:a16="http://schemas.microsoft.com/office/drawing/2014/main" id="{F3A9775E-2412-4496-B116-DC60A2E5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24825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cenario-a-top-stripe-4">
            <a:extLst xmlns:a="http://schemas.openxmlformats.org/drawingml/2006/main">
              <a:ext uri="{FF2B5EF4-FFF2-40B4-BE49-F238E27FC236}">
                <a16:creationId xmlns:a16="http://schemas.microsoft.com/office/drawing/2014/main" id="{014B6262-6F73-4900-BCAC-824F413D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41112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cenario-a-bottom-stripe-4">
            <a:extLst xmlns:a="http://schemas.openxmlformats.org/drawingml/2006/main">
              <a:ext uri="{FF2B5EF4-FFF2-40B4-BE49-F238E27FC236}">
                <a16:creationId xmlns:a16="http://schemas.microsoft.com/office/drawing/2014/main" id="{46362EBF-BD8C-4034-A93F-583A1439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41112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cenario-a-top-stripe-5">
            <a:extLst xmlns:a="http://schemas.openxmlformats.org/drawingml/2006/main">
              <a:ext uri="{FF2B5EF4-FFF2-40B4-BE49-F238E27FC236}">
                <a16:creationId xmlns:a16="http://schemas.microsoft.com/office/drawing/2014/main" id="{A99785A3-B0C3-4BD2-BB57-1E058B97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57400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cenario-a-bottom-stripe-5">
            <a:extLst xmlns:a="http://schemas.openxmlformats.org/drawingml/2006/main">
              <a:ext uri="{FF2B5EF4-FFF2-40B4-BE49-F238E27FC236}">
                <a16:creationId xmlns:a16="http://schemas.microsoft.com/office/drawing/2014/main" id="{40E9A502-D84F-499B-BDD6-8E500AB5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57400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cenario-a-top-stripe-6">
            <a:extLst xmlns:a="http://schemas.openxmlformats.org/drawingml/2006/main">
              <a:ext uri="{FF2B5EF4-FFF2-40B4-BE49-F238E27FC236}">
                <a16:creationId xmlns:a16="http://schemas.microsoft.com/office/drawing/2014/main" id="{77429A6D-B0DD-498F-A0D6-E68630E8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73688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cenario-a-bottom-stripe-6">
            <a:extLst xmlns:a="http://schemas.openxmlformats.org/drawingml/2006/main">
              <a:ext uri="{FF2B5EF4-FFF2-40B4-BE49-F238E27FC236}">
                <a16:creationId xmlns:a16="http://schemas.microsoft.com/office/drawing/2014/main" id="{F5BFD844-1A62-4187-AAC7-EC270879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73688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cenario-a-top-stripe-7">
            <a:extLst xmlns:a="http://schemas.openxmlformats.org/drawingml/2006/main">
              <a:ext uri="{FF2B5EF4-FFF2-40B4-BE49-F238E27FC236}">
                <a16:creationId xmlns:a16="http://schemas.microsoft.com/office/drawing/2014/main" id="{1B944492-1D22-47D1-8E68-92BF3E50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89976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cenario-a-bottom-stripe-7">
            <a:extLst xmlns:a="http://schemas.openxmlformats.org/drawingml/2006/main">
              <a:ext uri="{FF2B5EF4-FFF2-40B4-BE49-F238E27FC236}">
                <a16:creationId xmlns:a16="http://schemas.microsoft.com/office/drawing/2014/main" id="{7022EF80-7067-4D6E-88F1-1855F579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89976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cenario-a-top-stripe-8">
            <a:extLst xmlns:a="http://schemas.openxmlformats.org/drawingml/2006/main">
              <a:ext uri="{FF2B5EF4-FFF2-40B4-BE49-F238E27FC236}">
                <a16:creationId xmlns:a16="http://schemas.microsoft.com/office/drawing/2014/main" id="{8AF9D4E3-E828-4EFE-8931-059E1C81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06263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cenario-a-bottom-stripe-8">
            <a:extLst xmlns:a="http://schemas.openxmlformats.org/drawingml/2006/main">
              <a:ext uri="{FF2B5EF4-FFF2-40B4-BE49-F238E27FC236}">
                <a16:creationId xmlns:a16="http://schemas.microsoft.com/office/drawing/2014/main" id="{919DEB2D-DD4F-4BBD-BB05-E30EF47E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06263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cenario-a-top-stripe-9">
            <a:extLst xmlns:a="http://schemas.openxmlformats.org/drawingml/2006/main">
              <a:ext uri="{FF2B5EF4-FFF2-40B4-BE49-F238E27FC236}">
                <a16:creationId xmlns:a16="http://schemas.microsoft.com/office/drawing/2014/main" id="{F5E36EB5-503D-4609-B270-8AFAA29E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22551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cenario-a-bottom-stripe-9">
            <a:extLst xmlns:a="http://schemas.openxmlformats.org/drawingml/2006/main">
              <a:ext uri="{FF2B5EF4-FFF2-40B4-BE49-F238E27FC236}">
                <a16:creationId xmlns:a16="http://schemas.microsoft.com/office/drawing/2014/main" id="{DF6F4252-30B9-48F2-A1A1-6FC91826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22551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cenario-a-fold-left">
            <a:extLst xmlns:a="http://schemas.openxmlformats.org/drawingml/2006/main">
              <a:ext uri="{FF2B5EF4-FFF2-40B4-BE49-F238E27FC236}">
                <a16:creationId xmlns:a16="http://schemas.microsoft.com/office/drawing/2014/main" id="{98381F38-C6AF-4B20-B9C5-C490BD83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6765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30" name="scenario-a-fold-right">
            <a:extLst xmlns:a="http://schemas.openxmlformats.org/drawingml/2006/main">
              <a:ext uri="{FF2B5EF4-FFF2-40B4-BE49-F238E27FC236}">
                <a16:creationId xmlns:a16="http://schemas.microsoft.com/office/drawing/2014/main" id="{1BBDFED2-6BCD-4791-847F-B85D3CBF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574006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31" name="scenario-a-badge">
            <a:extLst xmlns:a="http://schemas.openxmlformats.org/drawingml/2006/main">
              <a:ext uri="{FF2B5EF4-FFF2-40B4-BE49-F238E27FC236}">
                <a16:creationId xmlns:a16="http://schemas.microsoft.com/office/drawing/2014/main" id="{D9660954-209A-4F88-9E03-2BD1A70A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544" y="2545556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cenario-a-label">
            <a:extLst xmlns:a="http://schemas.openxmlformats.org/drawingml/2006/main">
              <a:ext uri="{FF2B5EF4-FFF2-40B4-BE49-F238E27FC236}">
                <a16:creationId xmlns:a16="http://schemas.microsoft.com/office/drawing/2014/main" id="{F1963A3C-6342-422B-BA43-9F54127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544" y="2563654"/>
            <a:ext cx="542925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92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992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3" name="scenario-b-back2">
            <a:extLst xmlns:a="http://schemas.openxmlformats.org/drawingml/2006/main">
              <a:ext uri="{FF2B5EF4-FFF2-40B4-BE49-F238E27FC236}">
                <a16:creationId xmlns:a16="http://schemas.microsoft.com/office/drawing/2014/main" id="{E36F39AB-EB11-4500-8AC5-82390628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0170" y="2047875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34" name="scenario-b-back1">
            <a:extLst xmlns:a="http://schemas.openxmlformats.org/drawingml/2006/main">
              <a:ext uri="{FF2B5EF4-FFF2-40B4-BE49-F238E27FC236}">
                <a16:creationId xmlns:a16="http://schemas.microsoft.com/office/drawing/2014/main" id="{5F616C72-286D-4BFC-A567-779612CE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1585" y="2147411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35" name="scenario-b-front">
            <a:extLst xmlns:a="http://schemas.openxmlformats.org/drawingml/2006/main">
              <a:ext uri="{FF2B5EF4-FFF2-40B4-BE49-F238E27FC236}">
                <a16:creationId xmlns:a16="http://schemas.microsoft.com/office/drawing/2014/main" id="{B3E3CBEC-5AA2-4135-83A6-816275F2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2255996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AEBABC"/>
            </a:solidFill>
            <a:prstDash val="solid"/>
          </a:ln>
        </p:spPr>
      </p:sp>
      <p:sp>
        <p:nvSpPr>
          <p:cNvPr id="36" name="scenario-b-top-stripe-0">
            <a:extLst xmlns:a="http://schemas.openxmlformats.org/drawingml/2006/main">
              <a:ext uri="{FF2B5EF4-FFF2-40B4-BE49-F238E27FC236}">
                <a16:creationId xmlns:a16="http://schemas.microsoft.com/office/drawing/2014/main" id="{01F7B092-3843-4A6B-8154-6C091D3F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499824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cenario-b-bottom-stripe-0">
            <a:extLst xmlns:a="http://schemas.openxmlformats.org/drawingml/2006/main">
              <a:ext uri="{FF2B5EF4-FFF2-40B4-BE49-F238E27FC236}">
                <a16:creationId xmlns:a16="http://schemas.microsoft.com/office/drawing/2014/main" id="{5CFD2241-4080-42AB-84E1-E35203A7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499824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cenario-b-top-stripe-1">
            <a:extLst xmlns:a="http://schemas.openxmlformats.org/drawingml/2006/main">
              <a:ext uri="{FF2B5EF4-FFF2-40B4-BE49-F238E27FC236}">
                <a16:creationId xmlns:a16="http://schemas.microsoft.com/office/drawing/2014/main" id="{5F07F81D-A7E9-4DE0-9FAC-507163B9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16112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cenario-b-bottom-stripe-1">
            <a:extLst xmlns:a="http://schemas.openxmlformats.org/drawingml/2006/main">
              <a:ext uri="{FF2B5EF4-FFF2-40B4-BE49-F238E27FC236}">
                <a16:creationId xmlns:a16="http://schemas.microsoft.com/office/drawing/2014/main" id="{8AF91AA6-77EE-4D15-B4D5-1D0CFE85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16112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cenario-b-top-stripe-2">
            <a:extLst xmlns:a="http://schemas.openxmlformats.org/drawingml/2006/main">
              <a:ext uri="{FF2B5EF4-FFF2-40B4-BE49-F238E27FC236}">
                <a16:creationId xmlns:a16="http://schemas.microsoft.com/office/drawing/2014/main" id="{46E3E899-59CE-407A-ADA4-2703B0A4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32399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cenario-b-bottom-stripe-2">
            <a:extLst xmlns:a="http://schemas.openxmlformats.org/drawingml/2006/main">
              <a:ext uri="{FF2B5EF4-FFF2-40B4-BE49-F238E27FC236}">
                <a16:creationId xmlns:a16="http://schemas.microsoft.com/office/drawing/2014/main" id="{3239F2EF-89B0-4980-AE50-91638756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32399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cenario-b-top-stripe-3">
            <a:extLst xmlns:a="http://schemas.openxmlformats.org/drawingml/2006/main">
              <a:ext uri="{FF2B5EF4-FFF2-40B4-BE49-F238E27FC236}">
                <a16:creationId xmlns:a16="http://schemas.microsoft.com/office/drawing/2014/main" id="{09D96366-349D-4911-B543-365C4081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48687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cenario-b-bottom-stripe-3">
            <a:extLst xmlns:a="http://schemas.openxmlformats.org/drawingml/2006/main">
              <a:ext uri="{FF2B5EF4-FFF2-40B4-BE49-F238E27FC236}">
                <a16:creationId xmlns:a16="http://schemas.microsoft.com/office/drawing/2014/main" id="{C0097FDD-4111-4416-83F6-D2206DD9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48687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cenario-b-top-stripe-4">
            <a:extLst xmlns:a="http://schemas.openxmlformats.org/drawingml/2006/main">
              <a:ext uri="{FF2B5EF4-FFF2-40B4-BE49-F238E27FC236}">
                <a16:creationId xmlns:a16="http://schemas.microsoft.com/office/drawing/2014/main" id="{F5C272CE-F716-4535-B36E-3ED40F35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64975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cenario-b-bottom-stripe-4">
            <a:extLst xmlns:a="http://schemas.openxmlformats.org/drawingml/2006/main">
              <a:ext uri="{FF2B5EF4-FFF2-40B4-BE49-F238E27FC236}">
                <a16:creationId xmlns:a16="http://schemas.microsoft.com/office/drawing/2014/main" id="{1C44575C-DB21-49E3-9048-247EB51E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64975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cenario-b-top-stripe-5">
            <a:extLst xmlns:a="http://schemas.openxmlformats.org/drawingml/2006/main">
              <a:ext uri="{FF2B5EF4-FFF2-40B4-BE49-F238E27FC236}">
                <a16:creationId xmlns:a16="http://schemas.microsoft.com/office/drawing/2014/main" id="{4F526AD6-AA9E-45AE-8339-448FEA37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81263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cenario-b-bottom-stripe-5">
            <a:extLst xmlns:a="http://schemas.openxmlformats.org/drawingml/2006/main">
              <a:ext uri="{FF2B5EF4-FFF2-40B4-BE49-F238E27FC236}">
                <a16:creationId xmlns:a16="http://schemas.microsoft.com/office/drawing/2014/main" id="{1C6BC663-D5E1-4360-88F5-F35BF4B6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81263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cenario-b-top-stripe-6">
            <a:extLst xmlns:a="http://schemas.openxmlformats.org/drawingml/2006/main">
              <a:ext uri="{FF2B5EF4-FFF2-40B4-BE49-F238E27FC236}">
                <a16:creationId xmlns:a16="http://schemas.microsoft.com/office/drawing/2014/main" id="{0388A56E-2A35-4B94-8309-9DDAA59A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97550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cenario-b-bottom-stripe-6">
            <a:extLst xmlns:a="http://schemas.openxmlformats.org/drawingml/2006/main">
              <a:ext uri="{FF2B5EF4-FFF2-40B4-BE49-F238E27FC236}">
                <a16:creationId xmlns:a16="http://schemas.microsoft.com/office/drawing/2014/main" id="{7355EF79-AAF1-43BB-A3F6-FC85643D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97550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scenario-b-top-stripe-7">
            <a:extLst xmlns:a="http://schemas.openxmlformats.org/drawingml/2006/main">
              <a:ext uri="{FF2B5EF4-FFF2-40B4-BE49-F238E27FC236}">
                <a16:creationId xmlns:a16="http://schemas.microsoft.com/office/drawing/2014/main" id="{4CCC5261-B325-48D7-AC66-66E26842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13838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cenario-b-bottom-stripe-7">
            <a:extLst xmlns:a="http://schemas.openxmlformats.org/drawingml/2006/main">
              <a:ext uri="{FF2B5EF4-FFF2-40B4-BE49-F238E27FC236}">
                <a16:creationId xmlns:a16="http://schemas.microsoft.com/office/drawing/2014/main" id="{8E594FD1-CC3E-4218-B826-A80D365E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13838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scenario-b-top-stripe-8">
            <a:extLst xmlns:a="http://schemas.openxmlformats.org/drawingml/2006/main">
              <a:ext uri="{FF2B5EF4-FFF2-40B4-BE49-F238E27FC236}">
                <a16:creationId xmlns:a16="http://schemas.microsoft.com/office/drawing/2014/main" id="{CC1FA61C-F13E-464C-B2B6-4F2088A9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30126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cenario-b-bottom-stripe-8">
            <a:extLst xmlns:a="http://schemas.openxmlformats.org/drawingml/2006/main">
              <a:ext uri="{FF2B5EF4-FFF2-40B4-BE49-F238E27FC236}">
                <a16:creationId xmlns:a16="http://schemas.microsoft.com/office/drawing/2014/main" id="{D02947B8-3A2B-43A9-ADE7-F377837D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30126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cenario-b-top-stripe-9">
            <a:extLst xmlns:a="http://schemas.openxmlformats.org/drawingml/2006/main">
              <a:ext uri="{FF2B5EF4-FFF2-40B4-BE49-F238E27FC236}">
                <a16:creationId xmlns:a16="http://schemas.microsoft.com/office/drawing/2014/main" id="{429B86E7-7EB1-4EB3-A593-1B0A3D83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46414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cenario-b-bottom-stripe-9">
            <a:extLst xmlns:a="http://schemas.openxmlformats.org/drawingml/2006/main">
              <a:ext uri="{FF2B5EF4-FFF2-40B4-BE49-F238E27FC236}">
                <a16:creationId xmlns:a16="http://schemas.microsoft.com/office/drawing/2014/main" id="{532C3828-142A-4CDB-959B-76EDEF50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46414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scenario-b-fold-left">
            <a:extLst xmlns:a="http://schemas.openxmlformats.org/drawingml/2006/main">
              <a:ext uri="{FF2B5EF4-FFF2-40B4-BE49-F238E27FC236}">
                <a16:creationId xmlns:a16="http://schemas.microsoft.com/office/drawing/2014/main" id="{2CA51898-12C9-405E-807B-E08FAF37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25390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57" name="scenario-b-fold-right">
            <a:extLst xmlns:a="http://schemas.openxmlformats.org/drawingml/2006/main">
              <a:ext uri="{FF2B5EF4-FFF2-40B4-BE49-F238E27FC236}">
                <a16:creationId xmlns:a16="http://schemas.microsoft.com/office/drawing/2014/main" id="{24DF0231-B930-4858-9FD9-9428D1B8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812631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58" name="scenario-b-badge">
            <a:extLst xmlns:a="http://schemas.openxmlformats.org/drawingml/2006/main">
              <a:ext uri="{FF2B5EF4-FFF2-40B4-BE49-F238E27FC236}">
                <a16:creationId xmlns:a16="http://schemas.microsoft.com/office/drawing/2014/main" id="{852720C0-FA57-4CCB-BF8C-87F83034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1169" y="2545556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cenario-b-label">
            <a:extLst xmlns:a="http://schemas.openxmlformats.org/drawingml/2006/main">
              <a:ext uri="{FF2B5EF4-FFF2-40B4-BE49-F238E27FC236}">
                <a16:creationId xmlns:a16="http://schemas.microsoft.com/office/drawing/2014/main" id="{C734B885-0149-4B0C-A1D2-5313D23B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1169" y="2563654"/>
            <a:ext cx="542925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92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992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0" name="scenario-refresh-arrow">
            <a:extLst xmlns:a="http://schemas.openxmlformats.org/drawingml/2006/main">
              <a:ext uri="{FF2B5EF4-FFF2-40B4-BE49-F238E27FC236}">
                <a16:creationId xmlns:a16="http://schemas.microsoft.com/office/drawing/2014/main" id="{C226CDDF-8CF9-4E8C-AFE1-93F8D6B0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725" y="2647950"/>
            <a:ext cx="148590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B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scenario-refresh">
            <a:extLst xmlns:a="http://schemas.openxmlformats.org/drawingml/2006/main">
              <a:ext uri="{FF2B5EF4-FFF2-40B4-BE49-F238E27FC236}">
                <a16:creationId xmlns:a16="http://schemas.microsoft.com/office/drawing/2014/main" id="{0E095BBF-163E-4467-8B22-A29A7298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8025" y="22860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62" name="scenario-a-caption">
            <a:extLst xmlns:a="http://schemas.openxmlformats.org/drawingml/2006/main">
              <a:ext uri="{FF2B5EF4-FFF2-40B4-BE49-F238E27FC236}">
                <a16:creationId xmlns:a16="http://schemas.microsoft.com/office/drawing/2014/main" id="{88E7CB2A-94BF-4251-BE96-1D1A8C6F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6290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Pre-refresh winner</a:t>
            </a:r>
          </a:p>
        </p:txBody>
      </p:sp>
      <p:sp>
        <p:nvSpPr>
          <p:cNvPr id="63" name="scenario-b-caption">
            <a:extLst xmlns:a="http://schemas.openxmlformats.org/drawingml/2006/main">
              <a:ext uri="{FF2B5EF4-FFF2-40B4-BE49-F238E27FC236}">
                <a16:creationId xmlns:a16="http://schemas.microsoft.com/office/drawing/2014/main" id="{5F10EC6A-A195-46EB-8A34-D991D0CA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700" y="36290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Refreshed winner</a:t>
            </a:r>
          </a:p>
        </p:txBody>
      </p:sp>
      <p:sp>
        <p:nvSpPr>
          <p:cNvPr id="64" name="control-frame-shadow">
            <a:extLst xmlns:a="http://schemas.openxmlformats.org/drawingml/2006/main">
              <a:ext uri="{FF2B5EF4-FFF2-40B4-BE49-F238E27FC236}">
                <a16:creationId xmlns:a16="http://schemas.microsoft.com/office/drawing/2014/main" id="{E8C93B9C-835F-447C-9C63-61732B20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1450" y="952500"/>
            <a:ext cx="7086600" cy="3390900"/>
          </a:xfrm>
          <a:prstGeom xmlns:a="http://schemas.openxmlformats.org/drawingml/2006/main" prst="roundRect">
            <a:avLst>
              <a:gd name="adj" fmla="val 7303"/>
            </a:avLst>
          </a:prstGeom>
          <a:solidFill xmlns:a="http://schemas.openxmlformats.org/drawingml/2006/main">
            <a:srgbClr val="DFF1F0"/>
          </a:solidFill>
          <a:ln xmlns:a="http://schemas.openxmlformats.org/drawingml/2006/main" w="19050">
            <a:solidFill>
              <a:srgbClr val="DFF1F0"/>
            </a:solidFill>
            <a:prstDash val="solid"/>
          </a:ln>
        </p:spPr>
      </p:sp>
      <p:sp>
        <p:nvSpPr>
          <p:cNvPr id="65" name="control-frame">
            <a:extLst xmlns:a="http://schemas.openxmlformats.org/drawingml/2006/main">
              <a:ext uri="{FF2B5EF4-FFF2-40B4-BE49-F238E27FC236}">
                <a16:creationId xmlns:a16="http://schemas.microsoft.com/office/drawing/2014/main" id="{8EBA8764-6A05-4F15-827E-388CEA61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150" y="838200"/>
            <a:ext cx="7086600" cy="3390900"/>
          </a:xfrm>
          <a:prstGeom xmlns:a="http://schemas.openxmlformats.org/drawingml/2006/main" prst="roundRect">
            <a:avLst>
              <a:gd name="adj" fmla="val 73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7FB4BA"/>
            </a:solidFill>
            <a:prstDash val="solid"/>
          </a:ln>
        </p:spPr>
      </p:sp>
      <p:sp>
        <p:nvSpPr>
          <p:cNvPr id="66" name="memory-box">
            <a:extLst xmlns:a="http://schemas.openxmlformats.org/drawingml/2006/main">
              <a:ext uri="{FF2B5EF4-FFF2-40B4-BE49-F238E27FC236}">
                <a16:creationId xmlns:a16="http://schemas.microsoft.com/office/drawing/2014/main" id="{31BD0CAE-7283-4582-A516-AEF4ED21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1200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B4D4F"/>
            </a:solidFill>
            <a:prstDash val="solid"/>
          </a:ln>
        </p:spPr>
      </p:sp>
      <p:sp>
        <p:nvSpPr>
          <p:cNvPr id="67" name="memory-tick-a">
            <a:extLst xmlns:a="http://schemas.openxmlformats.org/drawingml/2006/main">
              <a:ext uri="{FF2B5EF4-FFF2-40B4-BE49-F238E27FC236}">
                <a16:creationId xmlns:a16="http://schemas.microsoft.com/office/drawing/2014/main" id="{7E6B667E-01F9-4E4E-9CD0-43309BF5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77375" y="1371600"/>
            <a:ext cx="7620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EB946"/>
            </a:solidFill>
            <a:prstDash val="solid"/>
          </a:ln>
        </p:spPr>
      </p:sp>
      <p:sp>
        <p:nvSpPr>
          <p:cNvPr id="68" name="memory-tick-b">
            <a:extLst xmlns:a="http://schemas.openxmlformats.org/drawingml/2006/main">
              <a:ext uri="{FF2B5EF4-FFF2-40B4-BE49-F238E27FC236}">
                <a16:creationId xmlns:a16="http://schemas.microsoft.com/office/drawing/2014/main" id="{7CA92757-BB11-4504-86CB-9930970B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553575" y="1266825"/>
            <a:ext cx="1524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EB946"/>
            </a:solidFill>
            <a:prstDash val="solid"/>
          </a:ln>
        </p:spPr>
      </p:sp>
      <p:sp>
        <p:nvSpPr>
          <p:cNvPr id="69" name="memory-title">
            <a:extLst xmlns:a="http://schemas.openxmlformats.org/drawingml/2006/main">
              <a:ext uri="{FF2B5EF4-FFF2-40B4-BE49-F238E27FC236}">
                <a16:creationId xmlns:a16="http://schemas.microsoft.com/office/drawing/2014/main" id="{8438F703-D6CD-4FFA-831E-3899C585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11525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MEMORY PRESERVED</a:t>
            </a:r>
          </a:p>
        </p:txBody>
      </p:sp>
      <p:sp>
        <p:nvSpPr>
          <p:cNvPr id="70" name="memory-values">
            <a:extLst xmlns:a="http://schemas.openxmlformats.org/drawingml/2006/main">
              <a:ext uri="{FF2B5EF4-FFF2-40B4-BE49-F238E27FC236}">
                <a16:creationId xmlns:a16="http://schemas.microsoft.com/office/drawing/2014/main" id="{841D5649-5025-4032-BA37-776E2BDD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14573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A before refresh   ·   B after refresh</a:t>
            </a:r>
          </a:p>
        </p:txBody>
      </p:sp>
      <p:sp>
        <p:nvSpPr>
          <p:cNvPr id="71" name="control-state-title">
            <a:extLst xmlns:a="http://schemas.openxmlformats.org/drawingml/2006/main">
              <a:ext uri="{FF2B5EF4-FFF2-40B4-BE49-F238E27FC236}">
                <a16:creationId xmlns:a16="http://schemas.microsoft.com/office/drawing/2014/main" id="{864DCD66-0327-45E7-A4D4-AEB1EE80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4525" y="1752600"/>
            <a:ext cx="3638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REFERENTIAL CONTROL STATE</a:t>
            </a:r>
          </a:p>
        </p:txBody>
      </p:sp>
      <p:sp>
        <p:nvSpPr>
          <p:cNvPr id="72" name="control-state-divider">
            <a:extLst xmlns:a="http://schemas.openxmlformats.org/drawingml/2006/main">
              <a:ext uri="{FF2B5EF4-FFF2-40B4-BE49-F238E27FC236}">
                <a16:creationId xmlns:a16="http://schemas.microsoft.com/office/drawing/2014/main" id="{7C462261-85E1-4160-B577-0D579957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239500" y="2057400"/>
            <a:ext cx="0" cy="1790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8ED"/>
            </a:solidFill>
            <a:prstDash val="solid"/>
          </a:ln>
        </p:spPr>
      </p:sp>
      <p:sp>
        <p:nvSpPr>
          <p:cNvPr id="73" name="preserve-index">
            <a:extLst xmlns:a="http://schemas.openxmlformats.org/drawingml/2006/main">
              <a:ext uri="{FF2B5EF4-FFF2-40B4-BE49-F238E27FC236}">
                <a16:creationId xmlns:a16="http://schemas.microsoft.com/office/drawing/2014/main" id="{EF86E90E-BEC0-430C-B59F-74275DA3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950" y="20383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#1</a:t>
            </a:r>
          </a:p>
        </p:txBody>
      </p:sp>
      <p:sp>
        <p:nvSpPr>
          <p:cNvPr id="74" name="preserve-it">
            <a:extLst xmlns:a="http://schemas.openxmlformats.org/drawingml/2006/main">
              <a:ext uri="{FF2B5EF4-FFF2-40B4-BE49-F238E27FC236}">
                <a16:creationId xmlns:a16="http://schemas.microsoft.com/office/drawing/2014/main" id="{CDED2524-DF29-4A7C-A8F5-AC6DA870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2457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F5"/>
          </a:solidFill>
          <a:ln xmlns:a="http://schemas.openxmlformats.org/drawingml/2006/main" w="23813">
            <a:solidFill>
              <a:srgbClr val="BD4E4A"/>
            </a:solidFill>
            <a:prstDash val="solid"/>
          </a:ln>
        </p:spPr>
      </p:sp>
      <p:sp>
        <p:nvSpPr>
          <p:cNvPr id="75" name="preserve-it-label">
            <a:extLst xmlns:a="http://schemas.openxmlformats.org/drawingml/2006/main">
              <a:ext uri="{FF2B5EF4-FFF2-40B4-BE49-F238E27FC236}">
                <a16:creationId xmlns:a16="http://schemas.microsoft.com/office/drawing/2014/main" id="{9EB2DCA5-559C-4EC9-9DEC-6D84E011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2466975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76" name="preserve-path-a">
            <a:extLst xmlns:a="http://schemas.openxmlformats.org/drawingml/2006/main">
              <a:ext uri="{FF2B5EF4-FFF2-40B4-BE49-F238E27FC236}">
                <a16:creationId xmlns:a16="http://schemas.microsoft.com/office/drawing/2014/main" id="{483E87CB-052A-4A05-98EB-35470035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2590800"/>
            <a:ext cx="5905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reserve-lock-shackle">
            <a:extLst xmlns:a="http://schemas.openxmlformats.org/drawingml/2006/main">
              <a:ext uri="{FF2B5EF4-FFF2-40B4-BE49-F238E27FC236}">
                <a16:creationId xmlns:a16="http://schemas.microsoft.com/office/drawing/2014/main" id="{F32BA520-8D81-41E4-8241-CAC01C00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2630" y="2409825"/>
            <a:ext cx="308610" cy="291465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4290">
            <a:solidFill>
              <a:srgbClr val="BD4E4A"/>
            </a:solidFill>
            <a:prstDash val="solid"/>
          </a:ln>
        </p:spPr>
      </p:sp>
      <p:sp>
        <p:nvSpPr>
          <p:cNvPr id="78" name="preserve-lock-body">
            <a:extLst xmlns:a="http://schemas.openxmlformats.org/drawingml/2006/main">
              <a:ext uri="{FF2B5EF4-FFF2-40B4-BE49-F238E27FC236}">
                <a16:creationId xmlns:a16="http://schemas.microsoft.com/office/drawing/2014/main" id="{F10BE8F6-C0E3-417D-981F-24A244D9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9768" y="2598420"/>
            <a:ext cx="394335" cy="291465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BD4E4A"/>
          </a:solidFill>
          <a:ln xmlns:a="http://schemas.openxmlformats.org/drawingml/2006/main" w="9525">
            <a:solidFill>
              <a:srgbClr val="BD4E4A"/>
            </a:solidFill>
            <a:prstDash val="solid"/>
          </a:ln>
        </p:spPr>
      </p:sp>
      <p:sp>
        <p:nvSpPr>
          <p:cNvPr id="79" name="preserve-lock-hole">
            <a:extLst xmlns:a="http://schemas.openxmlformats.org/drawingml/2006/main">
              <a:ext uri="{FF2B5EF4-FFF2-40B4-BE49-F238E27FC236}">
                <a16:creationId xmlns:a16="http://schemas.microsoft.com/office/drawing/2014/main" id="{2AE99027-F221-4AE3-8F60-12FB9BF9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4073" y="267557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reserve-lock-stem">
            <a:extLst xmlns:a="http://schemas.openxmlformats.org/drawingml/2006/main">
              <a:ext uri="{FF2B5EF4-FFF2-40B4-BE49-F238E27FC236}">
                <a16:creationId xmlns:a16="http://schemas.microsoft.com/office/drawing/2014/main" id="{D7F33994-284D-48E7-84B8-2C328873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9790" y="2735580"/>
            <a:ext cx="3429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reserve-path-b">
            <a:extLst xmlns:a="http://schemas.openxmlformats.org/drawingml/2006/main">
              <a:ext uri="{FF2B5EF4-FFF2-40B4-BE49-F238E27FC236}">
                <a16:creationId xmlns:a16="http://schemas.microsoft.com/office/drawing/2014/main" id="{7078EFFD-ADFB-4C3C-A21A-35003885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7450" y="2590800"/>
            <a:ext cx="409575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reserve-target">
            <a:extLst xmlns:a="http://schemas.openxmlformats.org/drawingml/2006/main">
              <a:ext uri="{FF2B5EF4-FFF2-40B4-BE49-F238E27FC236}">
                <a16:creationId xmlns:a16="http://schemas.microsoft.com/office/drawing/2014/main" id="{300A1D52-886A-42B5-8E6F-C06F2602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3700" y="2447925"/>
            <a:ext cx="504825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23813">
            <a:solidFill>
              <a:srgbClr val="BD4E4A"/>
            </a:solidFill>
            <a:prstDash val="solid"/>
          </a:ln>
        </p:spPr>
      </p:sp>
      <p:sp>
        <p:nvSpPr>
          <p:cNvPr id="83" name="preserve-target-label">
            <a:extLst xmlns:a="http://schemas.openxmlformats.org/drawingml/2006/main">
              <a:ext uri="{FF2B5EF4-FFF2-40B4-BE49-F238E27FC236}">
                <a16:creationId xmlns:a16="http://schemas.microsoft.com/office/drawing/2014/main" id="{BD216E59-4BEC-4C3F-91FE-DFCFA960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3700" y="2457450"/>
            <a:ext cx="5048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4" name="preserve-mode">
            <a:extLst xmlns:a="http://schemas.openxmlformats.org/drawingml/2006/main">
              <a:ext uri="{FF2B5EF4-FFF2-40B4-BE49-F238E27FC236}">
                <a16:creationId xmlns:a16="http://schemas.microsoft.com/office/drawing/2014/main" id="{5D0C4861-385B-4DEC-BEBE-4086B2CF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3038475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1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575" b="1" i="1">
                <a:solidFill>
                  <a:srgbClr val="BD4E4A"/>
                </a:solidFill>
                <a:latin typeface="Arial"/>
                <a:ea typeface="Arial"/>
                <a:cs typeface="Arial"/>
              </a:rPr>
              <a:t>BOUND BEFORE REFRESH</a:t>
            </a:r>
          </a:p>
        </p:txBody>
      </p:sp>
      <p:sp>
        <p:nvSpPr>
          <p:cNvPr id="85" name="preserve-desc">
            <a:extLst xmlns:a="http://schemas.openxmlformats.org/drawingml/2006/main">
              <a:ext uri="{FF2B5EF4-FFF2-40B4-BE49-F238E27FC236}">
                <a16:creationId xmlns:a16="http://schemas.microsoft.com/office/drawing/2014/main" id="{D950CAD4-3DBA-4DC8-AD29-CC2894BC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3467100"/>
            <a:ext cx="3257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target already committed</a:t>
            </a:r>
          </a:p>
        </p:txBody>
      </p:sp>
      <p:sp>
        <p:nvSpPr>
          <p:cNvPr id="86" name="reevaluate-index">
            <a:extLst xmlns:a="http://schemas.openxmlformats.org/drawingml/2006/main">
              <a:ext uri="{FF2B5EF4-FFF2-40B4-BE49-F238E27FC236}">
                <a16:creationId xmlns:a16="http://schemas.microsoft.com/office/drawing/2014/main" id="{91965CB9-BD8C-43F0-9EF9-387EE721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2850" y="20383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#2</a:t>
            </a:r>
          </a:p>
        </p:txBody>
      </p:sp>
      <p:sp>
        <p:nvSpPr>
          <p:cNvPr id="87" name="reevaluate-unresolved-it">
            <a:extLst xmlns:a="http://schemas.openxmlformats.org/drawingml/2006/main">
              <a:ext uri="{FF2B5EF4-FFF2-40B4-BE49-F238E27FC236}">
                <a16:creationId xmlns:a16="http://schemas.microsoft.com/office/drawing/2014/main" id="{CEBC63B5-D287-4EEB-A946-7948AAF2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06275" y="21336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88" name="reevaluate-unresolved-line">
            <a:extLst xmlns:a="http://schemas.openxmlformats.org/drawingml/2006/main">
              <a:ext uri="{FF2B5EF4-FFF2-40B4-BE49-F238E27FC236}">
                <a16:creationId xmlns:a16="http://schemas.microsoft.com/office/drawing/2014/main" id="{DCBD8143-9629-4E17-AD7E-E2AADBEF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468225" y="2276475"/>
            <a:ext cx="600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FB4BA"/>
            </a:solidFill>
            <a:prstDash val="dash"/>
          </a:ln>
        </p:spPr>
      </p:sp>
      <p:sp>
        <p:nvSpPr>
          <p:cNvPr id="89" name="reevaluate-unresolved-arrow">
            <a:extLst xmlns:a="http://schemas.openxmlformats.org/drawingml/2006/main">
              <a:ext uri="{FF2B5EF4-FFF2-40B4-BE49-F238E27FC236}">
                <a16:creationId xmlns:a16="http://schemas.microsoft.com/office/drawing/2014/main" id="{C9CF8BD8-5930-4B72-8F7C-A6BCE5E0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82575" y="2219325"/>
            <a:ext cx="2667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reevaluate-unresolved-q">
            <a:extLst xmlns:a="http://schemas.openxmlformats.org/drawingml/2006/main">
              <a:ext uri="{FF2B5EF4-FFF2-40B4-BE49-F238E27FC236}">
                <a16:creationId xmlns:a16="http://schemas.microsoft.com/office/drawing/2014/main" id="{F0115343-3CF5-4E8F-9568-6A491913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15950" y="21336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91" name="reevaluate-it">
            <a:extLst xmlns:a="http://schemas.openxmlformats.org/drawingml/2006/main">
              <a:ext uri="{FF2B5EF4-FFF2-40B4-BE49-F238E27FC236}">
                <a16:creationId xmlns:a16="http://schemas.microsoft.com/office/drawing/2014/main" id="{4B472003-2329-41CB-B21D-C6E85007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7625" y="2552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AF9"/>
          </a:solidFill>
          <a:ln xmlns:a="http://schemas.openxmlformats.org/drawingml/2006/main" w="23813">
            <a:solidFill>
              <a:srgbClr val="278681"/>
            </a:solidFill>
            <a:prstDash val="solid"/>
          </a:ln>
        </p:spPr>
      </p:sp>
      <p:sp>
        <p:nvSpPr>
          <p:cNvPr id="92" name="reevaluate-it-label">
            <a:extLst xmlns:a="http://schemas.openxmlformats.org/drawingml/2006/main">
              <a:ext uri="{FF2B5EF4-FFF2-40B4-BE49-F238E27FC236}">
                <a16:creationId xmlns:a16="http://schemas.microsoft.com/office/drawing/2014/main" id="{78AD9D29-9F03-4D30-A273-2445B947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7625" y="2562225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93" name="reevaluate-path-a">
            <a:extLst xmlns:a="http://schemas.openxmlformats.org/drawingml/2006/main">
              <a:ext uri="{FF2B5EF4-FFF2-40B4-BE49-F238E27FC236}">
                <a16:creationId xmlns:a16="http://schemas.microsoft.com/office/drawing/2014/main" id="{C6C1AB72-A33E-4DBE-ADAA-11CB3DE3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49125" y="2686050"/>
            <a:ext cx="495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reevaluate-hourglass-top">
            <a:extLst xmlns:a="http://schemas.openxmlformats.org/drawingml/2006/main">
              <a:ext uri="{FF2B5EF4-FFF2-40B4-BE49-F238E27FC236}">
                <a16:creationId xmlns:a16="http://schemas.microsoft.com/office/drawing/2014/main" id="{63C317D1-74F2-49D8-9F67-AD5A3082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620625" y="2604516"/>
            <a:ext cx="3291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574">
            <a:solidFill>
              <a:srgbClr val="278681"/>
            </a:solidFill>
            <a:prstDash val="solid"/>
          </a:ln>
        </p:spPr>
      </p:sp>
      <p:sp>
        <p:nvSpPr>
          <p:cNvPr id="95" name="reevaluate-hourglass-bottom">
            <a:extLst xmlns:a="http://schemas.openxmlformats.org/drawingml/2006/main">
              <a:ext uri="{FF2B5EF4-FFF2-40B4-BE49-F238E27FC236}">
                <a16:creationId xmlns:a16="http://schemas.microsoft.com/office/drawing/2014/main" id="{55CBB59B-62A8-4396-994F-B10E451A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620625" y="2961132"/>
            <a:ext cx="3291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574">
            <a:solidFill>
              <a:srgbClr val="278681"/>
            </a:solidFill>
            <a:prstDash val="solid"/>
          </a:ln>
        </p:spPr>
      </p:sp>
      <p:sp>
        <p:nvSpPr>
          <p:cNvPr id="96" name="reevaluate-hourglass-side-left">
            <a:extLst xmlns:a="http://schemas.openxmlformats.org/drawingml/2006/main">
              <a:ext uri="{FF2B5EF4-FFF2-40B4-BE49-F238E27FC236}">
                <a16:creationId xmlns:a16="http://schemas.microsoft.com/office/drawing/2014/main" id="{EA91718B-DD34-46B7-90A9-46FF2D4F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668631" y="2645664"/>
            <a:ext cx="233172" cy="274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8681"/>
            </a:solidFill>
            <a:prstDash val="solid"/>
          </a:ln>
        </p:spPr>
      </p:sp>
      <p:sp>
        <p:nvSpPr>
          <p:cNvPr id="97" name="reevaluate-hourglass-side-right">
            <a:extLst xmlns:a="http://schemas.openxmlformats.org/drawingml/2006/main">
              <a:ext uri="{FF2B5EF4-FFF2-40B4-BE49-F238E27FC236}">
                <a16:creationId xmlns:a16="http://schemas.microsoft.com/office/drawing/2014/main" id="{2E8267D0-9975-4238-9934-779F288C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668631" y="2645664"/>
            <a:ext cx="233172" cy="274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8681"/>
            </a:solidFill>
            <a:prstDash val="solid"/>
          </a:ln>
        </p:spPr>
      </p:sp>
      <p:sp>
        <p:nvSpPr>
          <p:cNvPr id="98" name="reevaluate-hourglass-sand-top">
            <a:extLst xmlns:a="http://schemas.openxmlformats.org/drawingml/2006/main">
              <a:ext uri="{FF2B5EF4-FFF2-40B4-BE49-F238E27FC236}">
                <a16:creationId xmlns:a16="http://schemas.microsoft.com/office/drawing/2014/main" id="{0F267B47-B109-4601-8654-6C76A9E4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30353" y="2659380"/>
            <a:ext cx="109728" cy="8915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reevaluate-hourglass-sand-bottom">
            <a:extLst xmlns:a="http://schemas.openxmlformats.org/drawingml/2006/main">
              <a:ext uri="{FF2B5EF4-FFF2-40B4-BE49-F238E27FC236}">
                <a16:creationId xmlns:a16="http://schemas.microsoft.com/office/drawing/2014/main" id="{0B3FD07A-D086-4FBD-8F0D-A40B4468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723495" y="2837688"/>
            <a:ext cx="123444" cy="82296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reevaluate-hourglass-sand-neck">
            <a:extLst xmlns:a="http://schemas.openxmlformats.org/drawingml/2006/main">
              <a:ext uri="{FF2B5EF4-FFF2-40B4-BE49-F238E27FC236}">
                <a16:creationId xmlns:a16="http://schemas.microsoft.com/office/drawing/2014/main" id="{4B87A8E4-A8A6-4176-808B-FF871182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4643" y="2762250"/>
            <a:ext cx="41148" cy="411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reevaluate-path-b">
            <a:extLst xmlns:a="http://schemas.openxmlformats.org/drawingml/2006/main">
              <a:ext uri="{FF2B5EF4-FFF2-40B4-BE49-F238E27FC236}">
                <a16:creationId xmlns:a16="http://schemas.microsoft.com/office/drawing/2014/main" id="{72F82221-EF48-48DB-A1C4-470E147F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39725" y="2686050"/>
            <a:ext cx="4476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reevaluate-target">
            <a:extLst xmlns:a="http://schemas.openxmlformats.org/drawingml/2006/main">
              <a:ext uri="{FF2B5EF4-FFF2-40B4-BE49-F238E27FC236}">
                <a16:creationId xmlns:a16="http://schemas.microsoft.com/office/drawing/2014/main" id="{694AFE39-19C5-4B51-AB3D-37D8B7B6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73125" y="2552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23813">
            <a:solidFill>
              <a:srgbClr val="278681"/>
            </a:solidFill>
            <a:prstDash val="solid"/>
          </a:ln>
        </p:spPr>
      </p:sp>
      <p:sp>
        <p:nvSpPr>
          <p:cNvPr id="103" name="reevaluate-target-label">
            <a:extLst xmlns:a="http://schemas.openxmlformats.org/drawingml/2006/main">
              <a:ext uri="{FF2B5EF4-FFF2-40B4-BE49-F238E27FC236}">
                <a16:creationId xmlns:a16="http://schemas.microsoft.com/office/drawing/2014/main" id="{8D41F15F-8240-4511-9588-7E2FF527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73125" y="2562225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4" name="reevaluate-mode">
            <a:extLst xmlns:a="http://schemas.openxmlformats.org/drawingml/2006/main">
              <a:ext uri="{FF2B5EF4-FFF2-40B4-BE49-F238E27FC236}">
                <a16:creationId xmlns:a16="http://schemas.microsoft.com/office/drawing/2014/main" id="{211D2F93-61DC-4BE9-ADC0-FB7F1206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15700" y="3067050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82"/>
          </a:bodyPr>
          <a:lstStyle xmlns:a="http://schemas.openxmlformats.org/drawingml/2006/main"/>
          <a:p xmlns:a="http://schemas.openxmlformats.org/drawingml/2006/main">
            <a:pPr algn="ctr">
              <a:defRPr sz="1500" b="1" i="1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500" b="1" i="1">
                <a:solidFill>
                  <a:srgbClr val="278681"/>
                </a:solidFill>
                <a:latin typeface="Arial"/>
                <a:ea typeface="Arial"/>
                <a:cs typeface="Arial"/>
              </a:rPr>
              <a:t>DEFERRED UNTIL AFTER REFRESH</a:t>
            </a:r>
          </a:p>
        </p:txBody>
      </p:sp>
      <p:sp>
        <p:nvSpPr>
          <p:cNvPr id="105" name="reevaluate-desc">
            <a:extLst xmlns:a="http://schemas.openxmlformats.org/drawingml/2006/main">
              <a:ext uri="{FF2B5EF4-FFF2-40B4-BE49-F238E27FC236}">
                <a16:creationId xmlns:a16="http://schemas.microsoft.com/office/drawing/2014/main" id="{7AA284F1-5C4D-4886-8A67-96F13505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15700" y="3467100"/>
            <a:ext cx="3276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target selected after refresh</a:t>
            </a:r>
          </a:p>
        </p:txBody>
      </p:sp>
      <p:sp>
        <p:nvSpPr>
          <p:cNvPr id="106" name="bottom-rule">
            <a:extLst xmlns:a="http://schemas.openxmlformats.org/drawingml/2006/main">
              <a:ext uri="{FF2B5EF4-FFF2-40B4-BE49-F238E27FC236}">
                <a16:creationId xmlns:a16="http://schemas.microsoft.com/office/drawing/2014/main" id="{EB0C8204-98B1-4656-8AD7-115920AD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462915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B4D4F"/>
            </a:solidFill>
            <a:prstDash val="solid"/>
          </a:ln>
        </p:spPr>
      </p:sp>
      <p:sp>
        <p:nvSpPr>
          <p:cNvPr id="107" name="matched-title">
            <a:extLst xmlns:a="http://schemas.openxmlformats.org/drawingml/2006/main">
              <a:ext uri="{FF2B5EF4-FFF2-40B4-BE49-F238E27FC236}">
                <a16:creationId xmlns:a16="http://schemas.microsoft.com/office/drawing/2014/main" id="{1F98BDC6-9991-4803-97C1-45003099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4686300"/>
            <a:ext cx="485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OPPOSITE-GOLD MATCHED PAIR</a:t>
            </a:r>
          </a:p>
        </p:txBody>
      </p:sp>
      <p:sp>
        <p:nvSpPr>
          <p:cNvPr id="108" name="matched-note">
            <a:extLst xmlns:a="http://schemas.openxmlformats.org/drawingml/2006/main">
              <a:ext uri="{FF2B5EF4-FFF2-40B4-BE49-F238E27FC236}">
                <a16:creationId xmlns:a16="http://schemas.microsoft.com/office/drawing/2014/main" id="{D2A1DE75-DD68-487E-8B50-86ABC123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5875" y="4695825"/>
            <a:ext cx="590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same states  ·  same selector  ·  timing alone changes</a:t>
            </a:r>
          </a:p>
        </p:txBody>
      </p:sp>
      <p:sp>
        <p:nvSpPr>
          <p:cNvPr id="109" name="guide-instruction">
            <a:extLst xmlns:a="http://schemas.openxmlformats.org/drawingml/2006/main">
              <a:ext uri="{FF2B5EF4-FFF2-40B4-BE49-F238E27FC236}">
                <a16:creationId xmlns:a16="http://schemas.microsoft.com/office/drawing/2014/main" id="{36F8D77A-641E-4908-BDF4-4F589E70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4962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INSTRUCTION</a:t>
            </a:r>
          </a:p>
        </p:txBody>
      </p:sp>
      <p:sp>
        <p:nvSpPr>
          <p:cNvPr id="110" name="guide-target">
            <a:extLst xmlns:a="http://schemas.openxmlformats.org/drawingml/2006/main">
              <a:ext uri="{FF2B5EF4-FFF2-40B4-BE49-F238E27FC236}">
                <a16:creationId xmlns:a16="http://schemas.microsoft.com/office/drawing/2014/main" id="{D09869C8-A5EB-4549-A737-FD093CA5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49625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CORRECT TARGET</a:t>
            </a:r>
          </a:p>
        </p:txBody>
      </p:sp>
      <p:sp>
        <p:nvSpPr>
          <p:cNvPr id="111" name="guide-failure">
            <a:extLst xmlns:a="http://schemas.openxmlformats.org/drawingml/2006/main">
              <a:ext uri="{FF2B5EF4-FFF2-40B4-BE49-F238E27FC236}">
                <a16:creationId xmlns:a16="http://schemas.microsoft.com/office/drawing/2014/main" id="{3DA2548B-737E-4FDE-B88B-1EB7C580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4962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COMPLEMENTARY FAILURE</a:t>
            </a:r>
          </a:p>
        </p:txBody>
      </p:sp>
      <p:sp>
        <p:nvSpPr>
          <p:cNvPr id="112" name="row-1-accent">
            <a:extLst xmlns:a="http://schemas.openxmlformats.org/drawingml/2006/main">
              <a:ext uri="{FF2B5EF4-FFF2-40B4-BE49-F238E27FC236}">
                <a16:creationId xmlns:a16="http://schemas.microsoft.com/office/drawing/2014/main" id="{6528A199-22E0-4A02-9F69-17AAB92F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5219700"/>
            <a:ext cx="6667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row-1-index">
            <a:extLst xmlns:a="http://schemas.openxmlformats.org/drawingml/2006/main">
              <a:ext uri="{FF2B5EF4-FFF2-40B4-BE49-F238E27FC236}">
                <a16:creationId xmlns:a16="http://schemas.microsoft.com/office/drawing/2014/main" id="{843BC870-4197-46CB-8F53-D41D2B79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" y="526732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#1</a:t>
            </a:r>
          </a:p>
        </p:txBody>
      </p:sp>
      <p:sp>
        <p:nvSpPr>
          <p:cNvPr id="114" name="row-1-mode">
            <a:extLst xmlns:a="http://schemas.openxmlformats.org/drawingml/2006/main">
              <a:ext uri="{FF2B5EF4-FFF2-40B4-BE49-F238E27FC236}">
                <a16:creationId xmlns:a16="http://schemas.microsoft.com/office/drawing/2014/main" id="{3EC032E1-0949-42B6-B359-BCF96ACD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5591175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PRESERVE</a:t>
            </a:r>
          </a:p>
        </p:txBody>
      </p:sp>
      <p:sp>
        <p:nvSpPr>
          <p:cNvPr id="115" name="row-1-text">
            <a:extLst xmlns:a="http://schemas.openxmlformats.org/drawingml/2006/main">
              <a:ext uri="{FF2B5EF4-FFF2-40B4-BE49-F238E27FC236}">
                <a16:creationId xmlns:a16="http://schemas.microsoft.com/office/drawing/2014/main" id="{4DD476D7-0BDA-4AEE-90D2-3B0BD0CE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5219700"/>
            <a:ext cx="544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Choose the highest-priority unread email now.</a:t>
            </a:r>
          </a:p>
          <a:p xmlns:a="http://schemas.openxmlformats.org/drawingml/2006/main">
            <a:pPr algn="l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 the mailbox, then reply to it.</a:t>
            </a:r>
          </a:p>
        </p:txBody>
      </p:sp>
      <p:sp>
        <p:nvSpPr>
          <p:cNvPr id="116" name="row-1-to-target">
            <a:extLst xmlns:a="http://schemas.openxmlformats.org/drawingml/2006/main">
              <a:ext uri="{FF2B5EF4-FFF2-40B4-BE49-F238E27FC236}">
                <a16:creationId xmlns:a16="http://schemas.microsoft.com/office/drawing/2014/main" id="{A1F8BA25-1D3E-4D7D-9E82-A198DC3C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7050" y="5467350"/>
            <a:ext cx="476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BA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row-1-target">
            <a:extLst xmlns:a="http://schemas.openxmlformats.org/drawingml/2006/main">
              <a:ext uri="{FF2B5EF4-FFF2-40B4-BE49-F238E27FC236}">
                <a16:creationId xmlns:a16="http://schemas.microsoft.com/office/drawing/2014/main" id="{17007477-9082-43DD-AFE6-DCD17770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529590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Email A</a:t>
            </a:r>
          </a:p>
        </p:txBody>
      </p:sp>
      <p:sp>
        <p:nvSpPr>
          <p:cNvPr id="118" name="row-1-target-rule">
            <a:extLst xmlns:a="http://schemas.openxmlformats.org/drawingml/2006/main">
              <a:ext uri="{FF2B5EF4-FFF2-40B4-BE49-F238E27FC236}">
                <a16:creationId xmlns:a16="http://schemas.microsoft.com/office/drawing/2014/main" id="{6B42090D-7301-4F34-9F3F-A3FB8E40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72425" y="5800725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D4E4A"/>
            </a:solidFill>
            <a:prstDash val="solid"/>
          </a:ln>
        </p:spPr>
      </p:sp>
      <p:sp>
        <p:nvSpPr>
          <p:cNvPr id="119" name="failure-1-from">
            <a:extLst xmlns:a="http://schemas.openxmlformats.org/drawingml/2006/main">
              <a:ext uri="{FF2B5EF4-FFF2-40B4-BE49-F238E27FC236}">
                <a16:creationId xmlns:a16="http://schemas.microsoft.com/office/drawing/2014/main" id="{4D1561A2-21C0-4B98-9A78-AD1805A2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53054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22860">
            <a:solidFill>
              <a:srgbClr val="BD4E4A"/>
            </a:solidFill>
            <a:prstDash val="solid"/>
          </a:ln>
        </p:spPr>
      </p:sp>
      <p:sp>
        <p:nvSpPr>
          <p:cNvPr id="120" name="failure-1-from-label">
            <a:extLst xmlns:a="http://schemas.openxmlformats.org/drawingml/2006/main">
              <a:ext uri="{FF2B5EF4-FFF2-40B4-BE49-F238E27FC236}">
                <a16:creationId xmlns:a16="http://schemas.microsoft.com/office/drawing/2014/main" id="{066BF9DB-1A36-4353-876F-F460B717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5324475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1" name="failure-1-arrow">
            <a:extLst xmlns:a="http://schemas.openxmlformats.org/drawingml/2006/main">
              <a:ext uri="{FF2B5EF4-FFF2-40B4-BE49-F238E27FC236}">
                <a16:creationId xmlns:a16="http://schemas.microsoft.com/office/drawing/2014/main" id="{EE6D91B6-DF3D-49C5-B375-6CE2E8CB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5438775"/>
            <a:ext cx="5429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failure-1-to">
            <a:extLst xmlns:a="http://schemas.openxmlformats.org/drawingml/2006/main">
              <a:ext uri="{FF2B5EF4-FFF2-40B4-BE49-F238E27FC236}">
                <a16:creationId xmlns:a16="http://schemas.microsoft.com/office/drawing/2014/main" id="{5F770A1A-81BB-44B9-9284-85BAC11E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1925" y="53054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BD4E4A"/>
            </a:solidFill>
            <a:prstDash val="solid"/>
          </a:ln>
        </p:spPr>
      </p:sp>
      <p:sp>
        <p:nvSpPr>
          <p:cNvPr id="123" name="failure-1-to-label">
            <a:extLst xmlns:a="http://schemas.openxmlformats.org/drawingml/2006/main">
              <a:ext uri="{FF2B5EF4-FFF2-40B4-BE49-F238E27FC236}">
                <a16:creationId xmlns:a16="http://schemas.microsoft.com/office/drawing/2014/main" id="{AAFA9570-0091-41E2-8E73-A17549A8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1925" y="5324475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4" name="failure-1-label">
            <a:extLst xmlns:a="http://schemas.openxmlformats.org/drawingml/2006/main">
              <a:ext uri="{FF2B5EF4-FFF2-40B4-BE49-F238E27FC236}">
                <a16:creationId xmlns:a16="http://schemas.microsoft.com/office/drawing/2014/main" id="{C6C07EA2-040A-43B5-9D60-95FEA93B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1050" y="53340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Incorrect re-resolution</a:t>
            </a:r>
          </a:p>
        </p:txBody>
      </p:sp>
      <p:sp>
        <p:nvSpPr>
          <p:cNvPr id="125" name="rows-divider">
            <a:extLst xmlns:a="http://schemas.openxmlformats.org/drawingml/2006/main">
              <a:ext uri="{FF2B5EF4-FFF2-40B4-BE49-F238E27FC236}">
                <a16:creationId xmlns:a16="http://schemas.microsoft.com/office/drawing/2014/main" id="{1C768F5A-5942-4D50-8B52-616F9426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6048375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DDE8ED"/>
            </a:solidFill>
            <a:prstDash val="solid"/>
          </a:ln>
        </p:spPr>
      </p:sp>
      <p:sp>
        <p:nvSpPr>
          <p:cNvPr id="126" name="row-2-accent">
            <a:extLst xmlns:a="http://schemas.openxmlformats.org/drawingml/2006/main">
              <a:ext uri="{FF2B5EF4-FFF2-40B4-BE49-F238E27FC236}">
                <a16:creationId xmlns:a16="http://schemas.microsoft.com/office/drawing/2014/main" id="{C8776DC4-2203-43C6-B0E6-2D1A5627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6162675"/>
            <a:ext cx="6667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row-2-index">
            <a:extLst xmlns:a="http://schemas.openxmlformats.org/drawingml/2006/main">
              <a:ext uri="{FF2B5EF4-FFF2-40B4-BE49-F238E27FC236}">
                <a16:creationId xmlns:a16="http://schemas.microsoft.com/office/drawing/2014/main" id="{FA103CE6-7C35-45E4-9A77-6CEC386F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" y="62103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#2</a:t>
            </a:r>
          </a:p>
        </p:txBody>
      </p:sp>
      <p:sp>
        <p:nvSpPr>
          <p:cNvPr id="128" name="row-2-mode">
            <a:extLst xmlns:a="http://schemas.openxmlformats.org/drawingml/2006/main">
              <a:ext uri="{FF2B5EF4-FFF2-40B4-BE49-F238E27FC236}">
                <a16:creationId xmlns:a16="http://schemas.microsoft.com/office/drawing/2014/main" id="{DC50CD6E-B741-4C68-898F-09871D6A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6534150"/>
            <a:ext cx="990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REEVALUATE</a:t>
            </a:r>
          </a:p>
        </p:txBody>
      </p:sp>
      <p:sp>
        <p:nvSpPr>
          <p:cNvPr id="129" name="row-2-text">
            <a:extLst xmlns:a="http://schemas.openxmlformats.org/drawingml/2006/main">
              <a:ext uri="{FF2B5EF4-FFF2-40B4-BE49-F238E27FC236}">
                <a16:creationId xmlns:a16="http://schemas.microsoft.com/office/drawing/2014/main" id="{7ECE4937-1425-467B-819A-F49648B5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6162675"/>
            <a:ext cx="544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465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 the mailbox first.</a:t>
            </a:r>
          </a:p>
          <a:p xmlns:a="http://schemas.openxmlformats.org/drawingml/2006/main">
            <a:pPr algn="l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Then choose the highest-priority unread email and reply.</a:t>
            </a:r>
          </a:p>
        </p:txBody>
      </p:sp>
      <p:sp>
        <p:nvSpPr>
          <p:cNvPr id="130" name="row-2-to-target">
            <a:extLst xmlns:a="http://schemas.openxmlformats.org/drawingml/2006/main">
              <a:ext uri="{FF2B5EF4-FFF2-40B4-BE49-F238E27FC236}">
                <a16:creationId xmlns:a16="http://schemas.microsoft.com/office/drawing/2014/main" id="{7721A154-0817-4498-ACE3-4A60E9B7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7050" y="6410325"/>
            <a:ext cx="476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BA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row-2-target">
            <a:extLst xmlns:a="http://schemas.openxmlformats.org/drawingml/2006/main">
              <a:ext uri="{FF2B5EF4-FFF2-40B4-BE49-F238E27FC236}">
                <a16:creationId xmlns:a16="http://schemas.microsoft.com/office/drawing/2014/main" id="{8D136D75-C5D0-4041-AFD9-4500F7D6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623887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Email B</a:t>
            </a:r>
          </a:p>
        </p:txBody>
      </p:sp>
      <p:sp>
        <p:nvSpPr>
          <p:cNvPr id="132" name="row-2-target-rule">
            <a:extLst xmlns:a="http://schemas.openxmlformats.org/drawingml/2006/main">
              <a:ext uri="{FF2B5EF4-FFF2-40B4-BE49-F238E27FC236}">
                <a16:creationId xmlns:a16="http://schemas.microsoft.com/office/drawing/2014/main" id="{062C2CF3-9F4C-4670-89DB-57EB33DF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72425" y="6743700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78681"/>
            </a:solidFill>
            <a:prstDash val="solid"/>
          </a:ln>
        </p:spPr>
      </p:sp>
      <p:sp>
        <p:nvSpPr>
          <p:cNvPr id="133" name="failure-2-from">
            <a:extLst xmlns:a="http://schemas.openxmlformats.org/drawingml/2006/main">
              <a:ext uri="{FF2B5EF4-FFF2-40B4-BE49-F238E27FC236}">
                <a16:creationId xmlns:a16="http://schemas.microsoft.com/office/drawing/2014/main" id="{206B9E82-4929-4E73-AC07-0D9888BD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2484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22860">
            <a:solidFill>
              <a:srgbClr val="278681"/>
            </a:solidFill>
            <a:prstDash val="solid"/>
          </a:ln>
        </p:spPr>
      </p:sp>
      <p:sp>
        <p:nvSpPr>
          <p:cNvPr id="134" name="failure-2-from-label">
            <a:extLst xmlns:a="http://schemas.openxmlformats.org/drawingml/2006/main">
              <a:ext uri="{FF2B5EF4-FFF2-40B4-BE49-F238E27FC236}">
                <a16:creationId xmlns:a16="http://schemas.microsoft.com/office/drawing/2014/main" id="{1799D073-43B1-49DD-9F87-1C9A1E42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62674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35" name="failure-2-arrow">
            <a:extLst xmlns:a="http://schemas.openxmlformats.org/drawingml/2006/main">
              <a:ext uri="{FF2B5EF4-FFF2-40B4-BE49-F238E27FC236}">
                <a16:creationId xmlns:a16="http://schemas.microsoft.com/office/drawing/2014/main" id="{9AB885AD-8CDF-4ED4-97D0-73D932D7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6381750"/>
            <a:ext cx="5429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failure-2-to">
            <a:extLst xmlns:a="http://schemas.openxmlformats.org/drawingml/2006/main">
              <a:ext uri="{FF2B5EF4-FFF2-40B4-BE49-F238E27FC236}">
                <a16:creationId xmlns:a16="http://schemas.microsoft.com/office/drawing/2014/main" id="{A27209F7-DDE2-46EF-8E7E-1CC02A1C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1925" y="62484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78681"/>
            </a:solidFill>
            <a:prstDash val="solid"/>
          </a:ln>
        </p:spPr>
      </p:sp>
      <p:sp>
        <p:nvSpPr>
          <p:cNvPr id="137" name="failure-2-to-label">
            <a:extLst xmlns:a="http://schemas.openxmlformats.org/drawingml/2006/main">
              <a:ext uri="{FF2B5EF4-FFF2-40B4-BE49-F238E27FC236}">
                <a16:creationId xmlns:a16="http://schemas.microsoft.com/office/drawing/2014/main" id="{A3008B69-8AB3-495E-9D7F-6549E92A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1925" y="62674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8" name="failure-2-label">
            <a:extLst xmlns:a="http://schemas.openxmlformats.org/drawingml/2006/main">
              <a:ext uri="{FF2B5EF4-FFF2-40B4-BE49-F238E27FC236}">
                <a16:creationId xmlns:a16="http://schemas.microsoft.com/office/drawing/2014/main" id="{F890D13F-1B76-4BD8-8D67-42FEA437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1050" y="6276975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Incorrect early lock</a:t>
            </a:r>
          </a:p>
        </p:txBody>
      </p:sp>
      <p:sp>
        <p:nvSpPr>
          <p:cNvPr id="139" name="bottom-rule-final">
            <a:extLst xmlns:a="http://schemas.openxmlformats.org/drawingml/2006/main">
              <a:ext uri="{FF2B5EF4-FFF2-40B4-BE49-F238E27FC236}">
                <a16:creationId xmlns:a16="http://schemas.microsoft.com/office/drawing/2014/main" id="{6160E9D6-7285-4FDE-BD26-9EAADD67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702945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B4D4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592070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2026-07-28T08:18:58.7180000Z</dcterms:created>
  <dcterms:modified xsi:type="dcterms:W3CDTF">2026-07-28T08:18:58.7180000Z</dcterms:modified>
</coreProperties>
</file>