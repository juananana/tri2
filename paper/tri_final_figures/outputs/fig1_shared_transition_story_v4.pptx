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2ff0e69a95489f" /><Relationship Type="http://schemas.openxmlformats.org/officeDocument/2006/relationships/extended-properties" Target="/docProps/app.xml" Id="R1879168f5175462d" /><Relationship Type="http://schemas.openxmlformats.org/officeDocument/2006/relationships/officeDocument" Target="/ppt/presentation.xml" Id="R0eb5928dbb0143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2992ab9a1943cb"/>
  </p:sldMasterIdLst>
  <p:notesMasterIdLst>
    <p:notesMasterId xmlns:r="http://schemas.openxmlformats.org/officeDocument/2006/relationships" r:id="R5ee5b11d6c76492c"/>
  </p:notesMasterIdLst>
  <p:sldIdLst>
    <p:sldId xmlns:r="http://schemas.openxmlformats.org/officeDocument/2006/relationships" id="256" r:id="Rddd867155a0d4dfa"/>
  </p:sldIdLst>
  <p:sldSz cx="15240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1af541188d46d3" /><Relationship Type="http://schemas.openxmlformats.org/officeDocument/2006/relationships/slideMaster" Target="/ppt/slideMasters/slideMaster1.xml" Id="Rf32992ab9a1943cb" /><Relationship Type="http://schemas.openxmlformats.org/officeDocument/2006/relationships/notesMaster" Target="/ppt/notesMasters/notesMaster1.xml" Id="R5ee5b11d6c76492c" /><Relationship Type="http://schemas.openxmlformats.org/officeDocument/2006/relationships/presProps" Target="/ppt/presProps.xml" Id="Ra521f5afa3954a0b" /><Relationship Type="http://schemas.openxmlformats.org/officeDocument/2006/relationships/tableStyles" Target="/ppt/tableStyles.xml" Id="Rc085d7b1f50f4934" /><Relationship Type="http://schemas.openxmlformats.org/officeDocument/2006/relationships/slide" Target="/ppt/slides/slide1.xml" Id="Rddd867155a0d4d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e40a205b294f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29c541063e4814" /><Relationship Type="http://schemas.openxmlformats.org/officeDocument/2006/relationships/notesMaster" Target="/ppt/notesMasters/notesMaster1.xml" Id="R176c21dee2fc4c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33849fa4d4f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c5d6a0465f4e70" /><Relationship Type="http://schemas.openxmlformats.org/officeDocument/2006/relationships/slideLayout" Target="/ppt/slideLayouts/slideLayout1.xml" Id="R25533a0c977c40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533a0c977c40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658628f6d4d30" /><Relationship Type="http://schemas.openxmlformats.org/officeDocument/2006/relationships/notesSlide" Target="/ppt/notesSlides/notesSlide1.xml" Id="R1700e39ade084d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3C2B255D-611F-4EC6-8963-420C7527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28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Referent Integrity (TRI)</a:t>
            </a:r>
          </a:p>
        </p:txBody>
      </p:sp>
      <p:sp>
        <p:nvSpPr>
          <p:cNvPr id="2" name="figure-tagline">
            <a:extLst xmlns:a="http://schemas.openxmlformats.org/drawingml/2006/main">
              <a:ext uri="{FF2B5EF4-FFF2-40B4-BE49-F238E27FC236}">
                <a16:creationId xmlns:a16="http://schemas.microsoft.com/office/drawing/2014/main" id="{CF903BBE-54F1-4D04-987D-EFA9043C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5905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00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Refresh updates the world, not necessarily the referent.</a:t>
            </a:r>
          </a:p>
        </p:txBody>
      </p:sp>
      <p:sp>
        <p:nvSpPr>
          <p:cNvPr id="3" name="scenario-header">
            <a:extLst xmlns:a="http://schemas.openxmlformats.org/drawingml/2006/main">
              <a:ext uri="{FF2B5EF4-FFF2-40B4-BE49-F238E27FC236}">
                <a16:creationId xmlns:a16="http://schemas.microsoft.com/office/drawing/2014/main" id="{FA94DF35-0517-4236-ACA4-6ECAC9EA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20015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header-text">
            <a:extLst xmlns:a="http://schemas.openxmlformats.org/drawingml/2006/main">
              <a:ext uri="{FF2B5EF4-FFF2-40B4-BE49-F238E27FC236}">
                <a16:creationId xmlns:a16="http://schemas.microsoft.com/office/drawing/2014/main" id="{F0BB86AA-5E12-4ABA-9800-1162604F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285875"/>
            <a:ext cx="702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SCENARIO</a:t>
            </a:r>
          </a:p>
        </p:txBody>
      </p:sp>
      <p:sp>
        <p:nvSpPr>
          <p:cNvPr id="5" name="scenario-frame">
            <a:extLst xmlns:a="http://schemas.openxmlformats.org/drawingml/2006/main">
              <a:ext uri="{FF2B5EF4-FFF2-40B4-BE49-F238E27FC236}">
                <a16:creationId xmlns:a16="http://schemas.microsoft.com/office/drawing/2014/main" id="{DF15A224-780F-40BC-B64E-2C1618B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0"/>
            <a:ext cx="733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4B4D4F"/>
            </a:solidFill>
            <a:prstDash val="dash"/>
          </a:ln>
        </p:spPr>
      </p:sp>
      <p:sp>
        <p:nvSpPr>
          <p:cNvPr id="6" name="scenario-a-back2">
            <a:extLst xmlns:a="http://schemas.openxmlformats.org/drawingml/2006/main">
              <a:ext uri="{FF2B5EF4-FFF2-40B4-BE49-F238E27FC236}">
                <a16:creationId xmlns:a16="http://schemas.microsoft.com/office/drawing/2014/main" id="{9EA58AD1-1067-4CAF-A512-D3621113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cenario-a-back1">
            <a:extLst xmlns:a="http://schemas.openxmlformats.org/drawingml/2006/main">
              <a:ext uri="{FF2B5EF4-FFF2-40B4-BE49-F238E27FC236}">
                <a16:creationId xmlns:a16="http://schemas.microsoft.com/office/drawing/2014/main" id="{2C6E2324-1857-43F4-8044-0809B418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8" name="scenario-a-front">
            <a:extLst xmlns:a="http://schemas.openxmlformats.org/drawingml/2006/main">
              <a:ext uri="{FF2B5EF4-FFF2-40B4-BE49-F238E27FC236}">
                <a16:creationId xmlns:a16="http://schemas.microsoft.com/office/drawing/2014/main" id="{0395452B-FBFA-498B-936B-2F7CD21B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9" name="scenario-a-top-stripe-0">
            <a:extLst xmlns:a="http://schemas.openxmlformats.org/drawingml/2006/main">
              <a:ext uri="{FF2B5EF4-FFF2-40B4-BE49-F238E27FC236}">
                <a16:creationId xmlns:a16="http://schemas.microsoft.com/office/drawing/2014/main" id="{910D149A-39FC-41D6-B66D-C696E200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-a-bottom-stripe-0">
            <a:extLst xmlns:a="http://schemas.openxmlformats.org/drawingml/2006/main">
              <a:ext uri="{FF2B5EF4-FFF2-40B4-BE49-F238E27FC236}">
                <a16:creationId xmlns:a16="http://schemas.microsoft.com/office/drawing/2014/main" id="{6FB1901F-F023-4946-B57A-F97049C7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a-top-stripe-1">
            <a:extLst xmlns:a="http://schemas.openxmlformats.org/drawingml/2006/main">
              <a:ext uri="{FF2B5EF4-FFF2-40B4-BE49-F238E27FC236}">
                <a16:creationId xmlns:a16="http://schemas.microsoft.com/office/drawing/2014/main" id="{665DC0F1-E823-43F8-A198-76311C4A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a-bottom-stripe-1">
            <a:extLst xmlns:a="http://schemas.openxmlformats.org/drawingml/2006/main">
              <a:ext uri="{FF2B5EF4-FFF2-40B4-BE49-F238E27FC236}">
                <a16:creationId xmlns:a16="http://schemas.microsoft.com/office/drawing/2014/main" id="{C851A517-A11E-4761-92F1-44FF6D8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-a-top-stripe-2">
            <a:extLst xmlns:a="http://schemas.openxmlformats.org/drawingml/2006/main">
              <a:ext uri="{FF2B5EF4-FFF2-40B4-BE49-F238E27FC236}">
                <a16:creationId xmlns:a16="http://schemas.microsoft.com/office/drawing/2014/main" id="{B0DA2A64-5EFB-4DA4-80CF-6611E579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a-bottom-stripe-2">
            <a:extLst xmlns:a="http://schemas.openxmlformats.org/drawingml/2006/main">
              <a:ext uri="{FF2B5EF4-FFF2-40B4-BE49-F238E27FC236}">
                <a16:creationId xmlns:a16="http://schemas.microsoft.com/office/drawing/2014/main" id="{14BCCD1A-BD19-4BFB-81E5-9065914E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ario-a-top-stripe-3">
            <a:extLst xmlns:a="http://schemas.openxmlformats.org/drawingml/2006/main">
              <a:ext uri="{FF2B5EF4-FFF2-40B4-BE49-F238E27FC236}">
                <a16:creationId xmlns:a16="http://schemas.microsoft.com/office/drawing/2014/main" id="{439CF27C-A09A-4368-937C-2F323390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enario-a-bottom-stripe-3">
            <a:extLst xmlns:a="http://schemas.openxmlformats.org/drawingml/2006/main">
              <a:ext uri="{FF2B5EF4-FFF2-40B4-BE49-F238E27FC236}">
                <a16:creationId xmlns:a16="http://schemas.microsoft.com/office/drawing/2014/main" id="{9CE78068-F536-4427-89A5-A7237BC7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enario-a-top-stripe-4">
            <a:extLst xmlns:a="http://schemas.openxmlformats.org/drawingml/2006/main">
              <a:ext uri="{FF2B5EF4-FFF2-40B4-BE49-F238E27FC236}">
                <a16:creationId xmlns:a16="http://schemas.microsoft.com/office/drawing/2014/main" id="{329D59A9-3E19-4EF4-BA0F-0AA11670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ario-a-bottom-stripe-4">
            <a:extLst xmlns:a="http://schemas.openxmlformats.org/drawingml/2006/main">
              <a:ext uri="{FF2B5EF4-FFF2-40B4-BE49-F238E27FC236}">
                <a16:creationId xmlns:a16="http://schemas.microsoft.com/office/drawing/2014/main" id="{C9F746A9-DECF-4CC9-9B0D-4CE42D68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enario-a-top-stripe-5">
            <a:extLst xmlns:a="http://schemas.openxmlformats.org/drawingml/2006/main">
              <a:ext uri="{FF2B5EF4-FFF2-40B4-BE49-F238E27FC236}">
                <a16:creationId xmlns:a16="http://schemas.microsoft.com/office/drawing/2014/main" id="{EE36775F-D470-40DC-A6D4-9AEB7FF2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enario-a-bottom-stripe-5">
            <a:extLst xmlns:a="http://schemas.openxmlformats.org/drawingml/2006/main">
              <a:ext uri="{FF2B5EF4-FFF2-40B4-BE49-F238E27FC236}">
                <a16:creationId xmlns:a16="http://schemas.microsoft.com/office/drawing/2014/main" id="{B1FAEA32-5FB8-4D99-9946-BFB761C8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enario-a-top-stripe-6">
            <a:extLst xmlns:a="http://schemas.openxmlformats.org/drawingml/2006/main">
              <a:ext uri="{FF2B5EF4-FFF2-40B4-BE49-F238E27FC236}">
                <a16:creationId xmlns:a16="http://schemas.microsoft.com/office/drawing/2014/main" id="{422FACF2-8EB4-4B1D-98C9-EFE3FF48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-a-bottom-stripe-6">
            <a:extLst xmlns:a="http://schemas.openxmlformats.org/drawingml/2006/main">
              <a:ext uri="{FF2B5EF4-FFF2-40B4-BE49-F238E27FC236}">
                <a16:creationId xmlns:a16="http://schemas.microsoft.com/office/drawing/2014/main" id="{9020FBED-46C1-4BEB-9CF4-7037F7A7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-a-top-stripe-7">
            <a:extLst xmlns:a="http://schemas.openxmlformats.org/drawingml/2006/main">
              <a:ext uri="{FF2B5EF4-FFF2-40B4-BE49-F238E27FC236}">
                <a16:creationId xmlns:a16="http://schemas.microsoft.com/office/drawing/2014/main" id="{FA64A52D-7958-4C16-925F-BD189053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enario-a-bottom-stripe-7">
            <a:extLst xmlns:a="http://schemas.openxmlformats.org/drawingml/2006/main">
              <a:ext uri="{FF2B5EF4-FFF2-40B4-BE49-F238E27FC236}">
                <a16:creationId xmlns:a16="http://schemas.microsoft.com/office/drawing/2014/main" id="{C71F8B9B-6EBD-48CD-879B-59FE9B50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enario-a-top-stripe-8">
            <a:extLst xmlns:a="http://schemas.openxmlformats.org/drawingml/2006/main">
              <a:ext uri="{FF2B5EF4-FFF2-40B4-BE49-F238E27FC236}">
                <a16:creationId xmlns:a16="http://schemas.microsoft.com/office/drawing/2014/main" id="{0CDAAE13-1251-4070-9C43-FD6D3DA4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enario-a-bottom-stripe-8">
            <a:extLst xmlns:a="http://schemas.openxmlformats.org/drawingml/2006/main">
              <a:ext uri="{FF2B5EF4-FFF2-40B4-BE49-F238E27FC236}">
                <a16:creationId xmlns:a16="http://schemas.microsoft.com/office/drawing/2014/main" id="{55135E8A-2F84-4E2A-ADDB-57538185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-a-top-stripe-9">
            <a:extLst xmlns:a="http://schemas.openxmlformats.org/drawingml/2006/main">
              <a:ext uri="{FF2B5EF4-FFF2-40B4-BE49-F238E27FC236}">
                <a16:creationId xmlns:a16="http://schemas.microsoft.com/office/drawing/2014/main" id="{9F66E22E-AE2C-46FC-8543-09521CC7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enario-a-bottom-stripe-9">
            <a:extLst xmlns:a="http://schemas.openxmlformats.org/drawingml/2006/main">
              <a:ext uri="{FF2B5EF4-FFF2-40B4-BE49-F238E27FC236}">
                <a16:creationId xmlns:a16="http://schemas.microsoft.com/office/drawing/2014/main" id="{ED4D6E49-D762-4684-A4AE-885BF7E8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cenario-a-fold-left">
            <a:extLst xmlns:a="http://schemas.openxmlformats.org/drawingml/2006/main">
              <a:ext uri="{FF2B5EF4-FFF2-40B4-BE49-F238E27FC236}">
                <a16:creationId xmlns:a16="http://schemas.microsoft.com/office/drawing/2014/main" id="{CB0F41EC-45E1-4D8D-A382-493099A8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0" name="scenario-a-fold-right">
            <a:extLst xmlns:a="http://schemas.openxmlformats.org/drawingml/2006/main">
              <a:ext uri="{FF2B5EF4-FFF2-40B4-BE49-F238E27FC236}">
                <a16:creationId xmlns:a16="http://schemas.microsoft.com/office/drawing/2014/main" id="{B2C70F1E-C0B0-42CA-B071-18E438EC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74006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1" name="scenario-a-badge">
            <a:extLst xmlns:a="http://schemas.openxmlformats.org/drawingml/2006/main">
              <a:ext uri="{FF2B5EF4-FFF2-40B4-BE49-F238E27FC236}">
                <a16:creationId xmlns:a16="http://schemas.microsoft.com/office/drawing/2014/main" id="{BF41610B-470D-433D-8574-A6053DA5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enario-a-label">
            <a:extLst xmlns:a="http://schemas.openxmlformats.org/drawingml/2006/main">
              <a:ext uri="{FF2B5EF4-FFF2-40B4-BE49-F238E27FC236}">
                <a16:creationId xmlns:a16="http://schemas.microsoft.com/office/drawing/2014/main" id="{E6C0314C-008F-4A83-9E6B-A1B81E42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scenario-b-back2">
            <a:extLst xmlns:a="http://schemas.openxmlformats.org/drawingml/2006/main">
              <a:ext uri="{FF2B5EF4-FFF2-40B4-BE49-F238E27FC236}">
                <a16:creationId xmlns:a16="http://schemas.microsoft.com/office/drawing/2014/main" id="{79093B7C-9D5D-4C6C-A0DF-E440A124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170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4" name="scenario-b-back1">
            <a:extLst xmlns:a="http://schemas.openxmlformats.org/drawingml/2006/main">
              <a:ext uri="{FF2B5EF4-FFF2-40B4-BE49-F238E27FC236}">
                <a16:creationId xmlns:a16="http://schemas.microsoft.com/office/drawing/2014/main" id="{C2BD0480-47A0-42CA-A4E6-24AEB350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585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5" name="scenario-b-front">
            <a:extLst xmlns:a="http://schemas.openxmlformats.org/drawingml/2006/main">
              <a:ext uri="{FF2B5EF4-FFF2-40B4-BE49-F238E27FC236}">
                <a16:creationId xmlns:a16="http://schemas.microsoft.com/office/drawing/2014/main" id="{10EF499A-1905-44F8-8EF7-DF3E2CE8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36" name="scenario-b-top-stripe-0">
            <a:extLst xmlns:a="http://schemas.openxmlformats.org/drawingml/2006/main">
              <a:ext uri="{FF2B5EF4-FFF2-40B4-BE49-F238E27FC236}">
                <a16:creationId xmlns:a16="http://schemas.microsoft.com/office/drawing/2014/main" id="{96CB5EEC-78F2-49E7-9BA7-36FEA843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cenario-b-bottom-stripe-0">
            <a:extLst xmlns:a="http://schemas.openxmlformats.org/drawingml/2006/main">
              <a:ext uri="{FF2B5EF4-FFF2-40B4-BE49-F238E27FC236}">
                <a16:creationId xmlns:a16="http://schemas.microsoft.com/office/drawing/2014/main" id="{103A14B7-4601-4A95-B907-E4670830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cenario-b-top-stripe-1">
            <a:extLst xmlns:a="http://schemas.openxmlformats.org/drawingml/2006/main">
              <a:ext uri="{FF2B5EF4-FFF2-40B4-BE49-F238E27FC236}">
                <a16:creationId xmlns:a16="http://schemas.microsoft.com/office/drawing/2014/main" id="{62C771F0-8EEF-4DF8-9E65-7CB68BF6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enario-b-bottom-stripe-1">
            <a:extLst xmlns:a="http://schemas.openxmlformats.org/drawingml/2006/main">
              <a:ext uri="{FF2B5EF4-FFF2-40B4-BE49-F238E27FC236}">
                <a16:creationId xmlns:a16="http://schemas.microsoft.com/office/drawing/2014/main" id="{5F216934-64C8-49F6-986B-5CC73C4E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cenario-b-top-stripe-2">
            <a:extLst xmlns:a="http://schemas.openxmlformats.org/drawingml/2006/main">
              <a:ext uri="{FF2B5EF4-FFF2-40B4-BE49-F238E27FC236}">
                <a16:creationId xmlns:a16="http://schemas.microsoft.com/office/drawing/2014/main" id="{F2E96FB5-FA5A-4718-A4B4-8B9470CE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enario-b-bottom-stripe-2">
            <a:extLst xmlns:a="http://schemas.openxmlformats.org/drawingml/2006/main">
              <a:ext uri="{FF2B5EF4-FFF2-40B4-BE49-F238E27FC236}">
                <a16:creationId xmlns:a16="http://schemas.microsoft.com/office/drawing/2014/main" id="{874F8F99-5718-4F75-B24C-C4048A88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cenario-b-top-stripe-3">
            <a:extLst xmlns:a="http://schemas.openxmlformats.org/drawingml/2006/main">
              <a:ext uri="{FF2B5EF4-FFF2-40B4-BE49-F238E27FC236}">
                <a16:creationId xmlns:a16="http://schemas.microsoft.com/office/drawing/2014/main" id="{8349F46A-32C0-4295-8AA4-51771CDD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cenario-b-bottom-stripe-3">
            <a:extLst xmlns:a="http://schemas.openxmlformats.org/drawingml/2006/main">
              <a:ext uri="{FF2B5EF4-FFF2-40B4-BE49-F238E27FC236}">
                <a16:creationId xmlns:a16="http://schemas.microsoft.com/office/drawing/2014/main" id="{FB184F7D-3D39-46F3-B76F-85528DF0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cenario-b-top-stripe-4">
            <a:extLst xmlns:a="http://schemas.openxmlformats.org/drawingml/2006/main">
              <a:ext uri="{FF2B5EF4-FFF2-40B4-BE49-F238E27FC236}">
                <a16:creationId xmlns:a16="http://schemas.microsoft.com/office/drawing/2014/main" id="{7DCFD844-8B7A-48EB-90A8-6D0302D8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cenario-b-bottom-stripe-4">
            <a:extLst xmlns:a="http://schemas.openxmlformats.org/drawingml/2006/main">
              <a:ext uri="{FF2B5EF4-FFF2-40B4-BE49-F238E27FC236}">
                <a16:creationId xmlns:a16="http://schemas.microsoft.com/office/drawing/2014/main" id="{63DB3B59-5A63-4B73-B329-F42ABC21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cenario-b-top-stripe-5">
            <a:extLst xmlns:a="http://schemas.openxmlformats.org/drawingml/2006/main">
              <a:ext uri="{FF2B5EF4-FFF2-40B4-BE49-F238E27FC236}">
                <a16:creationId xmlns:a16="http://schemas.microsoft.com/office/drawing/2014/main" id="{FFE80052-750D-4259-8C76-0AB716A1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cenario-b-bottom-stripe-5">
            <a:extLst xmlns:a="http://schemas.openxmlformats.org/drawingml/2006/main">
              <a:ext uri="{FF2B5EF4-FFF2-40B4-BE49-F238E27FC236}">
                <a16:creationId xmlns:a16="http://schemas.microsoft.com/office/drawing/2014/main" id="{DC0DF5FA-4D0C-4DBF-8F4E-906236AC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cenario-b-top-stripe-6">
            <a:extLst xmlns:a="http://schemas.openxmlformats.org/drawingml/2006/main">
              <a:ext uri="{FF2B5EF4-FFF2-40B4-BE49-F238E27FC236}">
                <a16:creationId xmlns:a16="http://schemas.microsoft.com/office/drawing/2014/main" id="{E904659D-3EA6-44BC-85C2-7A93E5F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cenario-b-bottom-stripe-6">
            <a:extLst xmlns:a="http://schemas.openxmlformats.org/drawingml/2006/main">
              <a:ext uri="{FF2B5EF4-FFF2-40B4-BE49-F238E27FC236}">
                <a16:creationId xmlns:a16="http://schemas.microsoft.com/office/drawing/2014/main" id="{8EE8F106-21A3-4E09-9D0D-77D8AA8B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cenario-b-top-stripe-7">
            <a:extLst xmlns:a="http://schemas.openxmlformats.org/drawingml/2006/main">
              <a:ext uri="{FF2B5EF4-FFF2-40B4-BE49-F238E27FC236}">
                <a16:creationId xmlns:a16="http://schemas.microsoft.com/office/drawing/2014/main" id="{F0DE409E-FF06-4AB6-9F37-55250C28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cenario-b-bottom-stripe-7">
            <a:extLst xmlns:a="http://schemas.openxmlformats.org/drawingml/2006/main">
              <a:ext uri="{FF2B5EF4-FFF2-40B4-BE49-F238E27FC236}">
                <a16:creationId xmlns:a16="http://schemas.microsoft.com/office/drawing/2014/main" id="{6946C734-57D6-4E1A-8970-CC0FAF74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cenario-b-top-stripe-8">
            <a:extLst xmlns:a="http://schemas.openxmlformats.org/drawingml/2006/main">
              <a:ext uri="{FF2B5EF4-FFF2-40B4-BE49-F238E27FC236}">
                <a16:creationId xmlns:a16="http://schemas.microsoft.com/office/drawing/2014/main" id="{4861E1B0-6D2E-47AC-A95C-9500AAC4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cenario-b-bottom-stripe-8">
            <a:extLst xmlns:a="http://schemas.openxmlformats.org/drawingml/2006/main">
              <a:ext uri="{FF2B5EF4-FFF2-40B4-BE49-F238E27FC236}">
                <a16:creationId xmlns:a16="http://schemas.microsoft.com/office/drawing/2014/main" id="{DB1DECCC-DF12-4943-9B3F-BC16B10A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cenario-b-top-stripe-9">
            <a:extLst xmlns:a="http://schemas.openxmlformats.org/drawingml/2006/main">
              <a:ext uri="{FF2B5EF4-FFF2-40B4-BE49-F238E27FC236}">
                <a16:creationId xmlns:a16="http://schemas.microsoft.com/office/drawing/2014/main" id="{0454AA6F-8DD3-44E3-877D-33BC990A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cenario-b-bottom-stripe-9">
            <a:extLst xmlns:a="http://schemas.openxmlformats.org/drawingml/2006/main">
              <a:ext uri="{FF2B5EF4-FFF2-40B4-BE49-F238E27FC236}">
                <a16:creationId xmlns:a16="http://schemas.microsoft.com/office/drawing/2014/main" id="{2F1189A8-1ACD-46A0-AB49-239CA2F0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cenario-b-fold-left">
            <a:extLst xmlns:a="http://schemas.openxmlformats.org/drawingml/2006/main">
              <a:ext uri="{FF2B5EF4-FFF2-40B4-BE49-F238E27FC236}">
                <a16:creationId xmlns:a16="http://schemas.microsoft.com/office/drawing/2014/main" id="{0833D916-03DA-45C8-95E8-FC002851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5390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7" name="scenario-b-fold-right">
            <a:extLst xmlns:a="http://schemas.openxmlformats.org/drawingml/2006/main">
              <a:ext uri="{FF2B5EF4-FFF2-40B4-BE49-F238E27FC236}">
                <a16:creationId xmlns:a16="http://schemas.microsoft.com/office/drawing/2014/main" id="{FD415E21-5DF1-4A17-941A-C9A19404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2631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8" name="scenario-b-badge">
            <a:extLst xmlns:a="http://schemas.openxmlformats.org/drawingml/2006/main">
              <a:ext uri="{FF2B5EF4-FFF2-40B4-BE49-F238E27FC236}">
                <a16:creationId xmlns:a16="http://schemas.microsoft.com/office/drawing/2014/main" id="{58BE0AA1-41D7-4725-A1E5-4B399CEE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cenario-b-label">
            <a:extLst xmlns:a="http://schemas.openxmlformats.org/drawingml/2006/main">
              <a:ext uri="{FF2B5EF4-FFF2-40B4-BE49-F238E27FC236}">
                <a16:creationId xmlns:a16="http://schemas.microsoft.com/office/drawing/2014/main" id="{FFF75976-C69B-4791-8682-2D7E8523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scenario-refresh-arrow">
            <a:extLst xmlns:a="http://schemas.openxmlformats.org/drawingml/2006/main">
              <a:ext uri="{FF2B5EF4-FFF2-40B4-BE49-F238E27FC236}">
                <a16:creationId xmlns:a16="http://schemas.microsoft.com/office/drawing/2014/main" id="{762DF146-40CD-425D-BF5B-1688252E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47950"/>
            <a:ext cx="14859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cenario-refresh">
            <a:extLst xmlns:a="http://schemas.openxmlformats.org/drawingml/2006/main">
              <a:ext uri="{FF2B5EF4-FFF2-40B4-BE49-F238E27FC236}">
                <a16:creationId xmlns:a16="http://schemas.microsoft.com/office/drawing/2014/main" id="{7213D4A0-0B51-4601-935F-9F6F60AB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2286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2" name="scenario-a-caption">
            <a:extLst xmlns:a="http://schemas.openxmlformats.org/drawingml/2006/main">
              <a:ext uri="{FF2B5EF4-FFF2-40B4-BE49-F238E27FC236}">
                <a16:creationId xmlns:a16="http://schemas.microsoft.com/office/drawing/2014/main" id="{9B5D1C1D-4049-465D-8778-811AFDC7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63" name="scenario-b-caption">
            <a:extLst xmlns:a="http://schemas.openxmlformats.org/drawingml/2006/main">
              <a:ext uri="{FF2B5EF4-FFF2-40B4-BE49-F238E27FC236}">
                <a16:creationId xmlns:a16="http://schemas.microsoft.com/office/drawing/2014/main" id="{FB4F6E1B-982F-4E3D-926D-BE3144C6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64" name="stable-id-strip">
            <a:extLst xmlns:a="http://schemas.openxmlformats.org/drawingml/2006/main">
              <a:ext uri="{FF2B5EF4-FFF2-40B4-BE49-F238E27FC236}">
                <a16:creationId xmlns:a16="http://schemas.microsoft.com/office/drawing/2014/main" id="{79777B76-0E33-4083-8AD5-BFA54009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010025"/>
            <a:ext cx="53149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table-id-text">
            <a:extLst xmlns:a="http://schemas.openxmlformats.org/drawingml/2006/main">
              <a:ext uri="{FF2B5EF4-FFF2-40B4-BE49-F238E27FC236}">
                <a16:creationId xmlns:a16="http://schemas.microsoft.com/office/drawing/2014/main" id="{EA04D4C5-A5BC-4669-89CE-14800B10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4010025"/>
            <a:ext cx="499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Both snapshots and stable IDs remain available</a:t>
            </a:r>
          </a:p>
        </p:txBody>
      </p:sp>
      <p:sp>
        <p:nvSpPr>
          <p:cNvPr id="66" name="thought-cloud-shadow">
            <a:extLst xmlns:a="http://schemas.openxmlformats.org/drawingml/2006/main">
              <a:ext uri="{FF2B5EF4-FFF2-40B4-BE49-F238E27FC236}">
                <a16:creationId xmlns:a16="http://schemas.microsoft.com/office/drawing/2014/main" id="{01E78B0A-F5A2-41AB-AED1-F9698CEC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981075"/>
            <a:ext cx="7181850" cy="33909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38100">
            <a:solidFill>
              <a:srgbClr val="DFF1F0"/>
            </a:solidFill>
            <a:prstDash val="solid"/>
          </a:ln>
        </p:spPr>
      </p:sp>
      <p:sp>
        <p:nvSpPr>
          <p:cNvPr id="67" name="thought-cloud">
            <a:extLst xmlns:a="http://schemas.openxmlformats.org/drawingml/2006/main">
              <a:ext uri="{FF2B5EF4-FFF2-40B4-BE49-F238E27FC236}">
                <a16:creationId xmlns:a16="http://schemas.microsoft.com/office/drawing/2014/main" id="{6C436E89-C17B-43B2-A10D-35C27469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876300"/>
            <a:ext cx="7181850" cy="33909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FB4BA"/>
            </a:solidFill>
            <a:prstDash val="solid"/>
          </a:ln>
        </p:spPr>
      </p:sp>
      <p:sp>
        <p:nvSpPr>
          <p:cNvPr id="68" name="memory-box">
            <a:extLst xmlns:a="http://schemas.openxmlformats.org/drawingml/2006/main">
              <a:ext uri="{FF2B5EF4-FFF2-40B4-BE49-F238E27FC236}">
                <a16:creationId xmlns:a16="http://schemas.microsoft.com/office/drawing/2014/main" id="{237FC167-D909-4FEB-929C-913E79C4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20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B4D4F"/>
            </a:solidFill>
            <a:prstDash val="solid"/>
          </a:ln>
        </p:spPr>
      </p:sp>
      <p:sp>
        <p:nvSpPr>
          <p:cNvPr id="69" name="memory-tick-a">
            <a:extLst xmlns:a="http://schemas.openxmlformats.org/drawingml/2006/main">
              <a:ext uri="{FF2B5EF4-FFF2-40B4-BE49-F238E27FC236}">
                <a16:creationId xmlns:a16="http://schemas.microsoft.com/office/drawing/2014/main" id="{841DD655-FD44-413A-A1AB-48E97968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7375" y="1371600"/>
            <a:ext cx="762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70" name="memory-tick-b">
            <a:extLst xmlns:a="http://schemas.openxmlformats.org/drawingml/2006/main">
              <a:ext uri="{FF2B5EF4-FFF2-40B4-BE49-F238E27FC236}">
                <a16:creationId xmlns:a16="http://schemas.microsoft.com/office/drawing/2014/main" id="{DE6BCAC0-EE69-4F6E-983E-0B56A362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53575" y="1266825"/>
            <a:ext cx="1524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71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253FA5B8-08DE-4C62-BE28-84FD9CF1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PRESERVED</a:t>
            </a:r>
          </a:p>
        </p:txBody>
      </p:sp>
      <p:sp>
        <p:nvSpPr>
          <p:cNvPr id="72" name="memory-values">
            <a:extLst xmlns:a="http://schemas.openxmlformats.org/drawingml/2006/main">
              <a:ext uri="{FF2B5EF4-FFF2-40B4-BE49-F238E27FC236}">
                <a16:creationId xmlns:a16="http://schemas.microsoft.com/office/drawing/2014/main" id="{AC8BEE49-D2C9-4062-8479-423E1DD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457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 before refresh   ·   B after refresh</a:t>
            </a:r>
          </a:p>
        </p:txBody>
      </p:sp>
      <p:sp>
        <p:nvSpPr>
          <p:cNvPr id="73" name="state-divider">
            <a:extLst xmlns:a="http://schemas.openxmlformats.org/drawingml/2006/main">
              <a:ext uri="{FF2B5EF4-FFF2-40B4-BE49-F238E27FC236}">
                <a16:creationId xmlns:a16="http://schemas.microsoft.com/office/drawing/2014/main" id="{02F8B300-5D0B-4CA0-ADE5-70C93562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06175" y="18669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ABC"/>
            </a:solidFill>
            <a:prstDash val="dash"/>
          </a:ln>
        </p:spPr>
      </p:sp>
      <p:sp>
        <p:nvSpPr>
          <p:cNvPr id="74" name="preserve-index">
            <a:extLst xmlns:a="http://schemas.openxmlformats.org/drawingml/2006/main">
              <a:ext uri="{FF2B5EF4-FFF2-40B4-BE49-F238E27FC236}">
                <a16:creationId xmlns:a16="http://schemas.microsoft.com/office/drawing/2014/main" id="{59FC5E0F-2532-4048-9E69-103FA592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18669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75" name="preserve-it">
            <a:extLst xmlns:a="http://schemas.openxmlformats.org/drawingml/2006/main">
              <a:ext uri="{FF2B5EF4-FFF2-40B4-BE49-F238E27FC236}">
                <a16:creationId xmlns:a16="http://schemas.microsoft.com/office/drawing/2014/main" id="{47C35D2C-8329-464C-97FD-7963FA8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276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76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3F413A2E-D659-4EF9-9543-8653B699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2860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7" name="preserve-path-a">
            <a:extLst xmlns:a="http://schemas.openxmlformats.org/drawingml/2006/main">
              <a:ext uri="{FF2B5EF4-FFF2-40B4-BE49-F238E27FC236}">
                <a16:creationId xmlns:a16="http://schemas.microsoft.com/office/drawing/2014/main" id="{43C79075-99A9-47A4-9124-95C53C20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2419350"/>
            <a:ext cx="7048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13A76645-3716-412B-9B38-0B8CA4FE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1755" y="2238375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79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815AC09B-3291-47EF-B0ED-BFA2D034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8893" y="2426970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80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3C0886E7-7CAB-4FC1-9AEB-5FAD28A4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198" y="250412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BD043252-1A75-4D76-BBBC-BBC37782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915" y="2564130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reserve-path-b">
            <a:extLst xmlns:a="http://schemas.openxmlformats.org/drawingml/2006/main">
              <a:ext uri="{FF2B5EF4-FFF2-40B4-BE49-F238E27FC236}">
                <a16:creationId xmlns:a16="http://schemas.microsoft.com/office/drawing/2014/main" id="{51FC5662-AF31-4568-9628-DC2D014C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7525" y="2419350"/>
            <a:ext cx="5143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1AE5C3D8-3FF5-402A-A72B-00FB5936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22574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84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16FE83D1-FBAF-46F2-9DB3-D50B9085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22764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5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1AD1AFE4-BB13-4C7A-AF52-3ED69B7C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29146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171"/>
          </a:bodyPr>
          <a:lstStyle xmlns:a="http://schemas.openxmlformats.org/drawingml/2006/main"/>
          <a:p xmlns:a="http://schemas.openxmlformats.org/drawingml/2006/main">
            <a:pPr algn="ctr">
              <a:defRPr sz="1950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950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 REFRESH</a:t>
            </a:r>
          </a:p>
        </p:txBody>
      </p:sp>
      <p:sp>
        <p:nvSpPr>
          <p:cNvPr id="86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66E49ACE-4CAD-46EC-BE04-E4E04908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3228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87" name="reevaluate-index">
            <a:extLst xmlns:a="http://schemas.openxmlformats.org/drawingml/2006/main">
              <a:ext uri="{FF2B5EF4-FFF2-40B4-BE49-F238E27FC236}">
                <a16:creationId xmlns:a16="http://schemas.microsoft.com/office/drawing/2014/main" id="{132E92D4-43A7-43FB-881E-7C508C1C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18669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88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010B66C3-0290-4E1B-BB07-5A939FD7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0525" y="2276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89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F087A14D-2C98-4332-901A-BD00F224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0525" y="22860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90" name="reevaluate-path-a">
            <a:extLst xmlns:a="http://schemas.openxmlformats.org/drawingml/2006/main">
              <a:ext uri="{FF2B5EF4-FFF2-40B4-BE49-F238E27FC236}">
                <a16:creationId xmlns:a16="http://schemas.microsoft.com/office/drawing/2014/main" id="{DB50C32C-BDA8-4408-9DDA-50FA3BCA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1075" y="2419350"/>
            <a:ext cx="628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C67A1FFD-A2E3-4EBD-AC33-C4CD7750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96875" y="2265045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278681"/>
            </a:solidFill>
            <a:prstDash val="solid"/>
          </a:ln>
        </p:spPr>
      </p:sp>
      <p:sp>
        <p:nvSpPr>
          <p:cNvPr id="92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DC782125-6A19-4FA1-AFF2-49ED3624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96875" y="2710815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278681"/>
            </a:solidFill>
            <a:prstDash val="solid"/>
          </a:ln>
        </p:spPr>
      </p:sp>
      <p:sp>
        <p:nvSpPr>
          <p:cNvPr id="93" name="reevaluate-hourglass-cross-a">
            <a:extLst xmlns:a="http://schemas.openxmlformats.org/drawingml/2006/main">
              <a:ext uri="{FF2B5EF4-FFF2-40B4-BE49-F238E27FC236}">
                <a16:creationId xmlns:a16="http://schemas.microsoft.com/office/drawing/2014/main" id="{A2C6D10C-144E-4857-9B0D-B4C0D192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56883" y="2316480"/>
            <a:ext cx="29146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004">
            <a:solidFill>
              <a:srgbClr val="278681"/>
            </a:solidFill>
            <a:prstDash val="solid"/>
          </a:ln>
        </p:spPr>
      </p:sp>
      <p:sp>
        <p:nvSpPr>
          <p:cNvPr id="94" name="reevaluate-hourglass-cross-b">
            <a:extLst xmlns:a="http://schemas.openxmlformats.org/drawingml/2006/main">
              <a:ext uri="{FF2B5EF4-FFF2-40B4-BE49-F238E27FC236}">
                <a16:creationId xmlns:a16="http://schemas.microsoft.com/office/drawing/2014/main" id="{7F0319DE-C034-4D28-9595-64D45979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156883" y="2316480"/>
            <a:ext cx="29146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004">
            <a:solidFill>
              <a:srgbClr val="278681"/>
            </a:solidFill>
            <a:prstDash val="solid"/>
          </a:ln>
        </p:spPr>
      </p:sp>
      <p:sp>
        <p:nvSpPr>
          <p:cNvPr id="95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6DD4B4A2-A7B4-4D52-B51D-00A953B1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6890" y="2342198"/>
            <a:ext cx="171450" cy="14573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A8164AF8-FBAE-4B6F-9400-6E2D24A0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216890" y="2513648"/>
            <a:ext cx="171450" cy="14573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reevaluate-path-b">
            <a:extLst xmlns:a="http://schemas.openxmlformats.org/drawingml/2006/main">
              <a:ext uri="{FF2B5EF4-FFF2-40B4-BE49-F238E27FC236}">
                <a16:creationId xmlns:a16="http://schemas.microsoft.com/office/drawing/2014/main" id="{FB6C63BF-44C4-4C2A-8791-85054450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2175" y="2419350"/>
            <a:ext cx="4572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45249592-A189-4472-9419-A2B98B97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22574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9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088793A5-6C11-426B-97E8-1E156654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22764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CD34E53F-24DC-4A40-8E93-91962BBC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620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023"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DEFERRED UNTIL AFTER REFRESH</a:t>
            </a:r>
          </a:p>
        </p:txBody>
      </p:sp>
      <p:sp>
        <p:nvSpPr>
          <p:cNvPr id="101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5C5E8D79-9A60-4D7B-B50A-39812F46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322897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selected after refresh</a:t>
            </a:r>
          </a:p>
        </p:txBody>
      </p:sp>
      <p:sp>
        <p:nvSpPr>
          <p:cNvPr id="102" name="cloud-takeaway">
            <a:extLst xmlns:a="http://schemas.openxmlformats.org/drawingml/2006/main">
              <a:ext uri="{FF2B5EF4-FFF2-40B4-BE49-F238E27FC236}">
                <a16:creationId xmlns:a16="http://schemas.microsoft.com/office/drawing/2014/main" id="{B8D9F2E4-EB64-4810-855B-3114D82E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1433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Same refresh · opposite correct targets</a:t>
            </a:r>
          </a:p>
        </p:txBody>
      </p:sp>
      <p:sp>
        <p:nvSpPr>
          <p:cNvPr id="103" name="bottom-rule">
            <a:extLst xmlns:a="http://schemas.openxmlformats.org/drawingml/2006/main">
              <a:ext uri="{FF2B5EF4-FFF2-40B4-BE49-F238E27FC236}">
                <a16:creationId xmlns:a16="http://schemas.microsoft.com/office/drawing/2014/main" id="{009DBF42-36A7-458D-B852-BE2D4A9A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6291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104" name="header-instructions">
            <a:extLst xmlns:a="http://schemas.openxmlformats.org/drawingml/2006/main">
              <a:ext uri="{FF2B5EF4-FFF2-40B4-BE49-F238E27FC236}">
                <a16:creationId xmlns:a16="http://schemas.microsoft.com/office/drawing/2014/main" id="{D4B7B617-9322-4C6D-B2A4-87A6576D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46863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105" name="header-target">
            <a:extLst xmlns:a="http://schemas.openxmlformats.org/drawingml/2006/main">
              <a:ext uri="{FF2B5EF4-FFF2-40B4-BE49-F238E27FC236}">
                <a16:creationId xmlns:a16="http://schemas.microsoft.com/office/drawing/2014/main" id="{17AFC298-9A77-497F-AB71-AC44C897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4686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106" name="header-failure">
            <a:extLst xmlns:a="http://schemas.openxmlformats.org/drawingml/2006/main">
              <a:ext uri="{FF2B5EF4-FFF2-40B4-BE49-F238E27FC236}">
                <a16:creationId xmlns:a16="http://schemas.microsoft.com/office/drawing/2014/main" id="{A39AF5C6-100C-4BC6-8505-6B761AFA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100" y="4686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 EXPOSED</a:t>
            </a:r>
          </a:p>
        </p:txBody>
      </p:sp>
      <p:sp>
        <p:nvSpPr>
          <p:cNvPr id="107" name="header-underline">
            <a:extLst xmlns:a="http://schemas.openxmlformats.org/drawingml/2006/main">
              <a:ext uri="{FF2B5EF4-FFF2-40B4-BE49-F238E27FC236}">
                <a16:creationId xmlns:a16="http://schemas.microsoft.com/office/drawing/2014/main" id="{86C271A2-DC8C-409B-B038-A950BF79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5124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108" name="bottom-col-target">
            <a:extLst xmlns:a="http://schemas.openxmlformats.org/drawingml/2006/main">
              <a:ext uri="{FF2B5EF4-FFF2-40B4-BE49-F238E27FC236}">
                <a16:creationId xmlns:a16="http://schemas.microsoft.com/office/drawing/2014/main" id="{8B53FABE-1C83-451C-B580-CD231035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09" name="bottom-col-failure">
            <a:extLst xmlns:a="http://schemas.openxmlformats.org/drawingml/2006/main">
              <a:ext uri="{FF2B5EF4-FFF2-40B4-BE49-F238E27FC236}">
                <a16:creationId xmlns:a16="http://schemas.microsoft.com/office/drawing/2014/main" id="{63D04A62-489E-4FD7-BD29-876D101D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44300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10" name="instruction-row-1">
            <a:extLst xmlns:a="http://schemas.openxmlformats.org/drawingml/2006/main">
              <a:ext uri="{FF2B5EF4-FFF2-40B4-BE49-F238E27FC236}">
                <a16:creationId xmlns:a16="http://schemas.microsoft.com/office/drawing/2014/main" id="{D4569A09-2A7C-4A9C-A023-7399E298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instruction-row-2">
            <a:extLst xmlns:a="http://schemas.openxmlformats.org/drawingml/2006/main">
              <a:ext uri="{FF2B5EF4-FFF2-40B4-BE49-F238E27FC236}">
                <a16:creationId xmlns:a16="http://schemas.microsoft.com/office/drawing/2014/main" id="{EB1F0B76-B319-4BEC-B582-EBF59744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row-1-index">
            <a:extLst xmlns:a="http://schemas.openxmlformats.org/drawingml/2006/main">
              <a:ext uri="{FF2B5EF4-FFF2-40B4-BE49-F238E27FC236}">
                <a16:creationId xmlns:a16="http://schemas.microsoft.com/office/drawing/2014/main" id="{77E87CE3-ECE1-4D66-A58B-95D47EFC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5343525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3" name="row-1-text">
            <a:extLst xmlns:a="http://schemas.openxmlformats.org/drawingml/2006/main">
              <a:ext uri="{FF2B5EF4-FFF2-40B4-BE49-F238E27FC236}">
                <a16:creationId xmlns:a16="http://schemas.microsoft.com/office/drawing/2014/main" id="{3507F4D8-8F41-4B01-8371-352CE617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2768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114" name="row-1-target">
            <a:extLst xmlns:a="http://schemas.openxmlformats.org/drawingml/2006/main">
              <a:ext uri="{FF2B5EF4-FFF2-40B4-BE49-F238E27FC236}">
                <a16:creationId xmlns:a16="http://schemas.microsoft.com/office/drawing/2014/main" id="{7B7D02A8-4662-4641-AAB1-8A231CA3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3911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115" name="row-2-index">
            <a:extLst xmlns:a="http://schemas.openxmlformats.org/drawingml/2006/main">
              <a:ext uri="{FF2B5EF4-FFF2-40B4-BE49-F238E27FC236}">
                <a16:creationId xmlns:a16="http://schemas.microsoft.com/office/drawing/2014/main" id="{1F1467D4-1E68-4437-A045-C8F7257A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62865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16" name="row-2-text">
            <a:extLst xmlns:a="http://schemas.openxmlformats.org/drawingml/2006/main">
              <a:ext uri="{FF2B5EF4-FFF2-40B4-BE49-F238E27FC236}">
                <a16:creationId xmlns:a16="http://schemas.microsoft.com/office/drawing/2014/main" id="{3E3253C6-E5EA-4868-BFAD-D98EB4D1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219825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117" name="row-2-target">
            <a:extLst xmlns:a="http://schemas.openxmlformats.org/drawingml/2006/main">
              <a:ext uri="{FF2B5EF4-FFF2-40B4-BE49-F238E27FC236}">
                <a16:creationId xmlns:a16="http://schemas.microsoft.com/office/drawing/2014/main" id="{6B3D4C30-ED9F-4A27-A7DE-34058D6E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633412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118" name="rows-divider">
            <a:extLst xmlns:a="http://schemas.openxmlformats.org/drawingml/2006/main">
              <a:ext uri="{FF2B5EF4-FFF2-40B4-BE49-F238E27FC236}">
                <a16:creationId xmlns:a16="http://schemas.microsoft.com/office/drawing/2014/main" id="{E6214DF6-4C3D-46E7-9BE2-3A1E8396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0864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19" name="thought-dot-large">
            <a:extLst xmlns:a="http://schemas.openxmlformats.org/drawingml/2006/main">
              <a:ext uri="{FF2B5EF4-FFF2-40B4-BE49-F238E27FC236}">
                <a16:creationId xmlns:a16="http://schemas.microsoft.com/office/drawing/2014/main" id="{D1FFBC1E-4C85-4F30-9674-B871B946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0" y="4200525"/>
            <a:ext cx="5143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FB4BA"/>
            </a:solidFill>
            <a:prstDash val="solid"/>
          </a:ln>
        </p:spPr>
      </p:sp>
      <p:sp>
        <p:nvSpPr>
          <p:cNvPr id="120" name="thought-dot-mid">
            <a:extLst xmlns:a="http://schemas.openxmlformats.org/drawingml/2006/main">
              <a:ext uri="{FF2B5EF4-FFF2-40B4-BE49-F238E27FC236}">
                <a16:creationId xmlns:a16="http://schemas.microsoft.com/office/drawing/2014/main" id="{0E3CFFE0-AB87-4BA5-B159-478585B3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5050" y="4410075"/>
            <a:ext cx="32385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FB4BA"/>
            </a:solidFill>
            <a:prstDash val="solid"/>
          </a:ln>
        </p:spPr>
      </p:sp>
      <p:sp>
        <p:nvSpPr>
          <p:cNvPr id="121" name="thought-dot-small">
            <a:extLst xmlns:a="http://schemas.openxmlformats.org/drawingml/2006/main">
              <a:ext uri="{FF2B5EF4-FFF2-40B4-BE49-F238E27FC236}">
                <a16:creationId xmlns:a16="http://schemas.microsoft.com/office/drawing/2014/main" id="{8A9BC577-6060-4F2E-93C9-B29BB23C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20800" y="4572000"/>
            <a:ext cx="180975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FB4BA"/>
            </a:solidFill>
            <a:prstDash val="solid"/>
          </a:ln>
        </p:spPr>
      </p:sp>
      <p:sp>
        <p:nvSpPr>
          <p:cNvPr id="122" name="tool-agent-antenna">
            <a:extLst xmlns:a="http://schemas.openxmlformats.org/drawingml/2006/main">
              <a:ext uri="{FF2B5EF4-FFF2-40B4-BE49-F238E27FC236}">
                <a16:creationId xmlns:a16="http://schemas.microsoft.com/office/drawing/2014/main" id="{FF1AE319-38B6-4BC6-95EB-4A1BD8C0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11122" y="5391150"/>
            <a:ext cx="0" cy="14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432">
            <a:solidFill>
              <a:srgbClr val="253238"/>
            </a:solidFill>
            <a:prstDash val="solid"/>
          </a:ln>
        </p:spPr>
      </p:sp>
      <p:sp>
        <p:nvSpPr>
          <p:cNvPr id="123" name="tool-agent-antenna-dot">
            <a:extLst xmlns:a="http://schemas.openxmlformats.org/drawingml/2006/main">
              <a:ext uri="{FF2B5EF4-FFF2-40B4-BE49-F238E27FC236}">
                <a16:creationId xmlns:a16="http://schemas.microsoft.com/office/drawing/2014/main" id="{9A7603B6-1866-421E-ACC6-7F04E2A9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4259" y="5328666"/>
            <a:ext cx="93726" cy="93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15621">
            <a:solidFill>
              <a:srgbClr val="253238"/>
            </a:solidFill>
            <a:prstDash val="solid"/>
          </a:ln>
        </p:spPr>
      </p:sp>
      <p:sp>
        <p:nvSpPr>
          <p:cNvPr id="124" name="tool-agent-ear-left">
            <a:extLst xmlns:a="http://schemas.openxmlformats.org/drawingml/2006/main">
              <a:ext uri="{FF2B5EF4-FFF2-40B4-BE49-F238E27FC236}">
                <a16:creationId xmlns:a16="http://schemas.microsoft.com/office/drawing/2014/main" id="{17D44E35-3562-413D-ACA1-AE46A87B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3145" y="5695760"/>
            <a:ext cx="156210" cy="3514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17183">
            <a:solidFill>
              <a:srgbClr val="253238"/>
            </a:solidFill>
            <a:prstDash val="solid"/>
          </a:ln>
        </p:spPr>
      </p:sp>
      <p:sp>
        <p:nvSpPr>
          <p:cNvPr id="125" name="tool-agent-ear-right">
            <a:extLst xmlns:a="http://schemas.openxmlformats.org/drawingml/2006/main">
              <a:ext uri="{FF2B5EF4-FFF2-40B4-BE49-F238E27FC236}">
                <a16:creationId xmlns:a16="http://schemas.microsoft.com/office/drawing/2014/main" id="{B93D354D-9B52-4ADA-88D6-D0624CC1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32889" y="5695760"/>
            <a:ext cx="156210" cy="3514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17183">
            <a:solidFill>
              <a:srgbClr val="253238"/>
            </a:solidFill>
            <a:prstDash val="solid"/>
          </a:ln>
        </p:spPr>
      </p:sp>
      <p:sp>
        <p:nvSpPr>
          <p:cNvPr id="126" name="tool-agent-head">
            <a:extLst xmlns:a="http://schemas.openxmlformats.org/drawingml/2006/main">
              <a:ext uri="{FF2B5EF4-FFF2-40B4-BE49-F238E27FC236}">
                <a16:creationId xmlns:a16="http://schemas.microsoft.com/office/drawing/2014/main" id="{64E736AD-E5A2-469C-9092-3C55F655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13811250" y="5531739"/>
            <a:ext cx="999744" cy="734187"/>
          </a:xfrm>
          <a:prstGeom xmlns:a="http://schemas.openxmlformats.org/drawingml/2006/main" prst="roundRect">
            <a:avLst>
              <a:gd name="adj" fmla="val 2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432">
            <a:solidFill>
              <a:srgbClr val="253238"/>
            </a:solidFill>
            <a:prstDash val="solid"/>
          </a:ln>
        </p:spPr>
      </p:sp>
      <p:sp>
        <p:nvSpPr>
          <p:cNvPr id="127" name="tool-agent-screen">
            <a:extLst xmlns:a="http://schemas.openxmlformats.org/drawingml/2006/main">
              <a:ext uri="{FF2B5EF4-FFF2-40B4-BE49-F238E27FC236}">
                <a16:creationId xmlns:a16="http://schemas.microsoft.com/office/drawing/2014/main" id="{B0B361DE-B77F-4A48-BB8D-38B192D6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13944029" y="5664518"/>
            <a:ext cx="734187" cy="429577"/>
          </a:xfrm>
          <a:prstGeom xmlns:a="http://schemas.openxmlformats.org/drawingml/2006/main" prst="roundRect">
            <a:avLst>
              <a:gd name="adj" fmla="val 32727"/>
            </a:avLst>
          </a:prstGeom>
          <a:solidFill xmlns:a="http://schemas.openxmlformats.org/drawingml/2006/main">
            <a:srgbClr val="253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tool-agent-eye-left">
            <a:extLst xmlns:a="http://schemas.openxmlformats.org/drawingml/2006/main">
              <a:ext uri="{FF2B5EF4-FFF2-40B4-BE49-F238E27FC236}">
                <a16:creationId xmlns:a16="http://schemas.microsoft.com/office/drawing/2014/main" id="{950AEC7D-22EB-46D7-9FBB-8E8F6D25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14115860" y="5789486"/>
            <a:ext cx="85916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tool-agent-eye-right">
            <a:extLst xmlns:a="http://schemas.openxmlformats.org/drawingml/2006/main">
              <a:ext uri="{FF2B5EF4-FFF2-40B4-BE49-F238E27FC236}">
                <a16:creationId xmlns:a16="http://schemas.microsoft.com/office/drawing/2014/main" id="{40A31BB2-FEC8-42EA-99F0-CC10A5CB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14428280" y="5766054"/>
            <a:ext cx="85916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tool-agent-mouth-a">
            <a:extLst xmlns:a="http://schemas.openxmlformats.org/drawingml/2006/main">
              <a:ext uri="{FF2B5EF4-FFF2-40B4-BE49-F238E27FC236}">
                <a16:creationId xmlns:a16="http://schemas.microsoft.com/office/drawing/2014/main" id="{37460C0A-3804-471A-85F8-FD4025E5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40828" y="5953506"/>
            <a:ext cx="70295" cy="312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7FB4BA"/>
            </a:solidFill>
            <a:prstDash val="solid"/>
          </a:ln>
        </p:spPr>
      </p:sp>
      <p:sp>
        <p:nvSpPr>
          <p:cNvPr id="131" name="tool-agent-mouth-b">
            <a:extLst xmlns:a="http://schemas.openxmlformats.org/drawingml/2006/main">
              <a:ext uri="{FF2B5EF4-FFF2-40B4-BE49-F238E27FC236}">
                <a16:creationId xmlns:a16="http://schemas.microsoft.com/office/drawing/2014/main" id="{FFBBA5FB-0A7E-48C2-9ED6-161D3187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11122" y="5953506"/>
            <a:ext cx="70294" cy="390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7FB4BA"/>
            </a:solidFill>
            <a:prstDash val="solid"/>
          </a:ln>
        </p:spPr>
      </p:sp>
      <p:sp>
        <p:nvSpPr>
          <p:cNvPr id="132" name="tool-agent-neck">
            <a:extLst xmlns:a="http://schemas.openxmlformats.org/drawingml/2006/main">
              <a:ext uri="{FF2B5EF4-FFF2-40B4-BE49-F238E27FC236}">
                <a16:creationId xmlns:a16="http://schemas.microsoft.com/office/drawing/2014/main" id="{D621EFFC-2EC0-4D39-ADCB-8DE960B4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5207" y="6211253"/>
            <a:ext cx="195263" cy="1718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15621">
            <a:solidFill>
              <a:srgbClr val="253238"/>
            </a:solidFill>
            <a:prstDash val="solid"/>
          </a:ln>
        </p:spPr>
      </p:sp>
      <p:sp>
        <p:nvSpPr>
          <p:cNvPr id="133" name="tool-agent-body">
            <a:extLst xmlns:a="http://schemas.openxmlformats.org/drawingml/2006/main">
              <a:ext uri="{FF2B5EF4-FFF2-40B4-BE49-F238E27FC236}">
                <a16:creationId xmlns:a16="http://schemas.microsoft.com/office/drawing/2014/main" id="{B94F3C74-15DB-483E-A5C5-2A560C03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3081" y="6320600"/>
            <a:ext cx="687324" cy="429577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19526">
            <a:solidFill>
              <a:srgbClr val="253238"/>
            </a:solidFill>
            <a:prstDash val="solid"/>
          </a:ln>
        </p:spPr>
      </p:sp>
      <p:sp>
        <p:nvSpPr>
          <p:cNvPr id="134" name="tool-agent-chest">
            <a:extLst xmlns:a="http://schemas.openxmlformats.org/drawingml/2006/main">
              <a:ext uri="{FF2B5EF4-FFF2-40B4-BE49-F238E27FC236}">
                <a16:creationId xmlns:a16="http://schemas.microsoft.com/office/drawing/2014/main" id="{EC426204-C753-4DCE-9410-3853DF5C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0828" y="6422136"/>
            <a:ext cx="171831" cy="1718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15621">
            <a:solidFill>
              <a:srgbClr val="278681"/>
            </a:solidFill>
            <a:prstDash val="solid"/>
          </a:ln>
        </p:spPr>
      </p:sp>
      <p:sp>
        <p:nvSpPr>
          <p:cNvPr id="135" name="tool-agent-question-1">
            <a:extLst xmlns:a="http://schemas.openxmlformats.org/drawingml/2006/main">
              <a:ext uri="{FF2B5EF4-FFF2-40B4-BE49-F238E27FC236}">
                <a16:creationId xmlns:a16="http://schemas.microsoft.com/office/drawing/2014/main" id="{DB38A749-853F-49E4-8F83-95DE070E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6321" y="5375529"/>
            <a:ext cx="218694" cy="31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2214" b="1" i="1">
                <a:solidFill>
                  <a:srgbClr val="6C8EA2"/>
                </a:solidFill>
                <a:latin typeface="Arial"/>
                <a:ea typeface="Arial"/>
                <a:cs typeface="Arial"/>
              </a:defRPr>
            </a:pPr>
            <a:r>
              <a:rPr sz="2214" b="1" i="1">
                <a:solidFill>
                  <a:srgbClr val="6C8EA2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36" name="tool-agent-question-2">
            <a:extLst xmlns:a="http://schemas.openxmlformats.org/drawingml/2006/main">
              <a:ext uri="{FF2B5EF4-FFF2-40B4-BE49-F238E27FC236}">
                <a16:creationId xmlns:a16="http://schemas.microsoft.com/office/drawing/2014/main" id="{A28AB006-8CB9-4E43-9591-D6F296C8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0341" y="5531739"/>
            <a:ext cx="187452" cy="265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2" b="1" i="1">
                <a:solidFill>
                  <a:srgbClr val="6C8EA2"/>
                </a:solidFill>
                <a:latin typeface="Arial"/>
                <a:ea typeface="Arial"/>
                <a:cs typeface="Arial"/>
              </a:defRPr>
            </a:pPr>
            <a:r>
              <a:rPr sz="1722" b="1" i="1">
                <a:solidFill>
                  <a:srgbClr val="6C8EA2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37" name="failure-1">
            <a:extLst xmlns:a="http://schemas.openxmlformats.org/drawingml/2006/main">
              <a:ext uri="{FF2B5EF4-FFF2-40B4-BE49-F238E27FC236}">
                <a16:creationId xmlns:a16="http://schemas.microsoft.com/office/drawing/2014/main" id="{DBBCE8D1-2BDD-4CC1-8B13-D92F2A9A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5275" y="5295900"/>
            <a:ext cx="1962150" cy="657225"/>
          </a:xfrm>
          <a:prstGeom xmlns:a="http://schemas.openxmlformats.org/drawingml/2006/main" prst="roundRect">
            <a:avLst>
              <a:gd name="adj" fmla="val 15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138" name="failure-1-arrow">
            <a:extLst xmlns:a="http://schemas.openxmlformats.org/drawingml/2006/main">
              <a:ext uri="{FF2B5EF4-FFF2-40B4-BE49-F238E27FC236}">
                <a16:creationId xmlns:a16="http://schemas.microsoft.com/office/drawing/2014/main" id="{B3FF117D-68AF-401E-A775-7A2462B7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0" y="53340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 → B</a:t>
            </a:r>
          </a:p>
        </p:txBody>
      </p:sp>
      <p:sp>
        <p:nvSpPr>
          <p:cNvPr id="139" name="failure-1-label">
            <a:extLst xmlns:a="http://schemas.openxmlformats.org/drawingml/2006/main">
              <a:ext uri="{FF2B5EF4-FFF2-40B4-BE49-F238E27FC236}">
                <a16:creationId xmlns:a16="http://schemas.microsoft.com/office/drawing/2014/main" id="{4500724E-EB1D-4391-B862-EE3226B4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9575" y="56007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over-reevaluate</a:t>
            </a:r>
          </a:p>
        </p:txBody>
      </p:sp>
      <p:sp>
        <p:nvSpPr>
          <p:cNvPr id="140" name="failure-2">
            <a:extLst xmlns:a="http://schemas.openxmlformats.org/drawingml/2006/main">
              <a:ext uri="{FF2B5EF4-FFF2-40B4-BE49-F238E27FC236}">
                <a16:creationId xmlns:a16="http://schemas.microsoft.com/office/drawing/2014/main" id="{F0CC715D-EB53-4B3C-A071-087419B5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5275" y="6238875"/>
            <a:ext cx="1962150" cy="657225"/>
          </a:xfrm>
          <a:prstGeom xmlns:a="http://schemas.openxmlformats.org/drawingml/2006/main" prst="roundRect">
            <a:avLst>
              <a:gd name="adj" fmla="val 15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141" name="failure-2-arrow">
            <a:extLst xmlns:a="http://schemas.openxmlformats.org/drawingml/2006/main">
              <a:ext uri="{FF2B5EF4-FFF2-40B4-BE49-F238E27FC236}">
                <a16:creationId xmlns:a16="http://schemas.microsoft.com/office/drawing/2014/main" id="{6D05B662-8438-4BB3-B421-1EFABD3A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0" y="62769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 → A</a:t>
            </a:r>
          </a:p>
        </p:txBody>
      </p:sp>
      <p:sp>
        <p:nvSpPr>
          <p:cNvPr id="142" name="failure-2-label">
            <a:extLst xmlns:a="http://schemas.openxmlformats.org/drawingml/2006/main">
              <a:ext uri="{FF2B5EF4-FFF2-40B4-BE49-F238E27FC236}">
                <a16:creationId xmlns:a16="http://schemas.microsoft.com/office/drawing/2014/main" id="{3A0449AD-ABCF-43BD-9A54-B8704892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9575" y="65436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over-lock</a:t>
            </a:r>
          </a:p>
        </p:txBody>
      </p:sp>
      <p:sp>
        <p:nvSpPr>
          <p:cNvPr id="143" name="bottom-rule-final">
            <a:extLst xmlns:a="http://schemas.openxmlformats.org/drawingml/2006/main">
              <a:ext uri="{FF2B5EF4-FFF2-40B4-BE49-F238E27FC236}">
                <a16:creationId xmlns:a16="http://schemas.microsoft.com/office/drawing/2014/main" id="{56DB5511-791C-4C11-968E-DD9BF88F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7029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0161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2026-07-28T06:56:43.3680000Z</dcterms:created>
  <dcterms:modified xsi:type="dcterms:W3CDTF">2026-07-28T06:56:43.3680000Z</dcterms:modified>
</coreProperties>
</file>