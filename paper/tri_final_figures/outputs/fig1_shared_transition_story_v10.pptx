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66b009d3d4a3f" /><Relationship Type="http://schemas.openxmlformats.org/officeDocument/2006/relationships/extended-properties" Target="/docProps/app.xml" Id="Rf056232228f643a1" /><Relationship Type="http://schemas.openxmlformats.org/officeDocument/2006/relationships/officeDocument" Target="/ppt/presentation.xml" Id="R73e2e8ab5640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1a8b9dad942a4"/>
  </p:sldMasterIdLst>
  <p:notesMasterIdLst>
    <p:notesMasterId xmlns:r="http://schemas.openxmlformats.org/officeDocument/2006/relationships" r:id="R067d6eaafc764f68"/>
  </p:notesMasterIdLst>
  <p:sldIdLst>
    <p:sldId xmlns:r="http://schemas.openxmlformats.org/officeDocument/2006/relationships" id="256" r:id="R4125429ca71d43df"/>
  </p:sldIdLst>
  <p:sldSz cx="15240000" cy="723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ad0e2ae3c4c95" /><Relationship Type="http://schemas.openxmlformats.org/officeDocument/2006/relationships/slideMaster" Target="/ppt/slideMasters/slideMaster1.xml" Id="R4041a8b9dad942a4" /><Relationship Type="http://schemas.openxmlformats.org/officeDocument/2006/relationships/notesMaster" Target="/ppt/notesMasters/notesMaster1.xml" Id="R067d6eaafc764f68" /><Relationship Type="http://schemas.openxmlformats.org/officeDocument/2006/relationships/presProps" Target="/ppt/presProps.xml" Id="R3b396aaf3c7f4297" /><Relationship Type="http://schemas.openxmlformats.org/officeDocument/2006/relationships/tableStyles" Target="/ppt/tableStyles.xml" Id="R32905eca96c440f6" /><Relationship Type="http://schemas.openxmlformats.org/officeDocument/2006/relationships/slide" Target="/ppt/slides/slide1.xml" Id="R4125429ca71d43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cd41c6370f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80f6e097844a3b" /><Relationship Type="http://schemas.openxmlformats.org/officeDocument/2006/relationships/notesMaster" Target="/ppt/notesMasters/notesMaster1.xml" Id="Rff5ec1473a44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3ed254afd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8572423494ae7" /><Relationship Type="http://schemas.openxmlformats.org/officeDocument/2006/relationships/slideLayout" Target="/ppt/slideLayouts/slideLayout1.xml" Id="R21568ec08a7440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568ec08a7440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f7d6680c743f0" /><Relationship Type="http://schemas.openxmlformats.org/officeDocument/2006/relationships/notesSlide" Target="/ppt/notesSlides/notesSlide1.xml" Id="R528f112685ab4e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3D38716E-A0D1-4BA5-B424-352CE4A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" y="14287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91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 timing changes the correct target</a:t>
            </a:r>
          </a:p>
        </p:txBody>
      </p:sp>
      <p:sp>
        <p:nvSpPr>
          <p:cNvPr id="2" name="figure-tagline">
            <a:extLst xmlns:a="http://schemas.openxmlformats.org/drawingml/2006/main">
              <a:ext uri="{FF2B5EF4-FFF2-40B4-BE49-F238E27FC236}">
                <a16:creationId xmlns:a16="http://schemas.microsoft.com/office/drawing/2014/main" id="{A1BA3EAC-47AD-4C47-ABE0-027ECF1E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5619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The same refresh supports opposite-gold instructions.</a:t>
            </a:r>
          </a:p>
        </p:txBody>
      </p:sp>
      <p:sp>
        <p:nvSpPr>
          <p:cNvPr id="3" name="scenario-header">
            <a:extLst xmlns:a="http://schemas.openxmlformats.org/drawingml/2006/main">
              <a:ext uri="{FF2B5EF4-FFF2-40B4-BE49-F238E27FC236}">
                <a16:creationId xmlns:a16="http://schemas.microsoft.com/office/drawing/2014/main" id="{BDCEDE85-D3D6-4375-A5FA-EB1663DD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1200150"/>
            <a:ext cx="733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ario-header-text">
            <a:extLst xmlns:a="http://schemas.openxmlformats.org/drawingml/2006/main">
              <a:ext uri="{FF2B5EF4-FFF2-40B4-BE49-F238E27FC236}">
                <a16:creationId xmlns:a16="http://schemas.microsoft.com/office/drawing/2014/main" id="{CD9B344F-A3FC-4C41-A80A-2F5EBEC5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1285875"/>
            <a:ext cx="7029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SCENARIO</a:t>
            </a:r>
          </a:p>
        </p:txBody>
      </p:sp>
      <p:sp>
        <p:nvSpPr>
          <p:cNvPr id="5" name="scenario-frame">
            <a:extLst xmlns:a="http://schemas.openxmlformats.org/drawingml/2006/main">
              <a:ext uri="{FF2B5EF4-FFF2-40B4-BE49-F238E27FC236}">
                <a16:creationId xmlns:a16="http://schemas.microsoft.com/office/drawing/2014/main" id="{AA191BCE-DBAF-4ED6-81BD-50882883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714500"/>
            <a:ext cx="7334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4B4D4F"/>
            </a:solidFill>
            <a:prstDash val="dash"/>
          </a:ln>
        </p:spPr>
      </p:sp>
      <p:sp>
        <p:nvSpPr>
          <p:cNvPr id="6" name="scenario-a-back2">
            <a:extLst xmlns:a="http://schemas.openxmlformats.org/drawingml/2006/main">
              <a:ext uri="{FF2B5EF4-FFF2-40B4-BE49-F238E27FC236}">
                <a16:creationId xmlns:a16="http://schemas.microsoft.com/office/drawing/2014/main" id="{741B8E78-5FFF-43F3-A4B2-93865D04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7" name="scenario-a-back1">
            <a:extLst xmlns:a="http://schemas.openxmlformats.org/drawingml/2006/main">
              <a:ext uri="{FF2B5EF4-FFF2-40B4-BE49-F238E27FC236}">
                <a16:creationId xmlns:a16="http://schemas.microsoft.com/office/drawing/2014/main" id="{DEE0C9CC-7843-4AF3-8B3B-F7B1B740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8" name="scenario-a-front">
            <a:extLst xmlns:a="http://schemas.openxmlformats.org/drawingml/2006/main">
              <a:ext uri="{FF2B5EF4-FFF2-40B4-BE49-F238E27FC236}">
                <a16:creationId xmlns:a16="http://schemas.microsoft.com/office/drawing/2014/main" id="{68F38DB0-4F13-416A-857D-9F715D1B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9" name="scenario-a-top-stripe-0">
            <a:extLst xmlns:a="http://schemas.openxmlformats.org/drawingml/2006/main">
              <a:ext uri="{FF2B5EF4-FFF2-40B4-BE49-F238E27FC236}">
                <a16:creationId xmlns:a16="http://schemas.microsoft.com/office/drawing/2014/main" id="{3DE1C820-F58C-47C1-959D-F691506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a-bottom-stripe-0">
            <a:extLst xmlns:a="http://schemas.openxmlformats.org/drawingml/2006/main">
              <a:ext uri="{FF2B5EF4-FFF2-40B4-BE49-F238E27FC236}">
                <a16:creationId xmlns:a16="http://schemas.microsoft.com/office/drawing/2014/main" id="{DBC723D5-BCA4-4756-82D1-EE01A85C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5961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-a-top-stripe-1">
            <a:extLst xmlns:a="http://schemas.openxmlformats.org/drawingml/2006/main">
              <a:ext uri="{FF2B5EF4-FFF2-40B4-BE49-F238E27FC236}">
                <a16:creationId xmlns:a16="http://schemas.microsoft.com/office/drawing/2014/main" id="{EBD42A81-EC31-44E3-A11B-9B970C81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a-bottom-stripe-1">
            <a:extLst xmlns:a="http://schemas.openxmlformats.org/drawingml/2006/main">
              <a:ext uri="{FF2B5EF4-FFF2-40B4-BE49-F238E27FC236}">
                <a16:creationId xmlns:a16="http://schemas.microsoft.com/office/drawing/2014/main" id="{C65A1276-05AA-493B-B812-7AFDA5F3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2249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a-top-stripe-2">
            <a:extLst xmlns:a="http://schemas.openxmlformats.org/drawingml/2006/main">
              <a:ext uri="{FF2B5EF4-FFF2-40B4-BE49-F238E27FC236}">
                <a16:creationId xmlns:a16="http://schemas.microsoft.com/office/drawing/2014/main" id="{FA4E6E8B-E11D-415B-AC40-A2FF8A4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a-bottom-stripe-2">
            <a:extLst xmlns:a="http://schemas.openxmlformats.org/drawingml/2006/main">
              <a:ext uri="{FF2B5EF4-FFF2-40B4-BE49-F238E27FC236}">
                <a16:creationId xmlns:a16="http://schemas.microsoft.com/office/drawing/2014/main" id="{536C9BF6-9AD0-49AE-BB2C-23D3F7B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8537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a-top-stripe-3">
            <a:extLst xmlns:a="http://schemas.openxmlformats.org/drawingml/2006/main">
              <a:ext uri="{FF2B5EF4-FFF2-40B4-BE49-F238E27FC236}">
                <a16:creationId xmlns:a16="http://schemas.microsoft.com/office/drawing/2014/main" id="{05D822C9-DD1D-449C-A608-1B3FCB10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cenario-a-bottom-stripe-3">
            <a:extLst xmlns:a="http://schemas.openxmlformats.org/drawingml/2006/main">
              <a:ext uri="{FF2B5EF4-FFF2-40B4-BE49-F238E27FC236}">
                <a16:creationId xmlns:a16="http://schemas.microsoft.com/office/drawing/2014/main" id="{6C07568A-F477-47BB-9BE8-B64A198B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24825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cenario-a-top-stripe-4">
            <a:extLst xmlns:a="http://schemas.openxmlformats.org/drawingml/2006/main">
              <a:ext uri="{FF2B5EF4-FFF2-40B4-BE49-F238E27FC236}">
                <a16:creationId xmlns:a16="http://schemas.microsoft.com/office/drawing/2014/main" id="{4478A178-A237-47F1-9F27-5F730CE2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enario-a-bottom-stripe-4">
            <a:extLst xmlns:a="http://schemas.openxmlformats.org/drawingml/2006/main">
              <a:ext uri="{FF2B5EF4-FFF2-40B4-BE49-F238E27FC236}">
                <a16:creationId xmlns:a16="http://schemas.microsoft.com/office/drawing/2014/main" id="{3AC5389A-3F94-400D-8AE7-AEADD751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41112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enario-a-top-stripe-5">
            <a:extLst xmlns:a="http://schemas.openxmlformats.org/drawingml/2006/main">
              <a:ext uri="{FF2B5EF4-FFF2-40B4-BE49-F238E27FC236}">
                <a16:creationId xmlns:a16="http://schemas.microsoft.com/office/drawing/2014/main" id="{351E16F4-D021-48FF-9D53-A945A8C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enario-a-bottom-stripe-5">
            <a:extLst xmlns:a="http://schemas.openxmlformats.org/drawingml/2006/main">
              <a:ext uri="{FF2B5EF4-FFF2-40B4-BE49-F238E27FC236}">
                <a16:creationId xmlns:a16="http://schemas.microsoft.com/office/drawing/2014/main" id="{DBE39B22-4BAC-4113-B146-37CE2B0D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57400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cenario-a-top-stripe-6">
            <a:extLst xmlns:a="http://schemas.openxmlformats.org/drawingml/2006/main">
              <a:ext uri="{FF2B5EF4-FFF2-40B4-BE49-F238E27FC236}">
                <a16:creationId xmlns:a16="http://schemas.microsoft.com/office/drawing/2014/main" id="{6D177F02-1ED4-4B41-A978-DA77383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a-bottom-stripe-6">
            <a:extLst xmlns:a="http://schemas.openxmlformats.org/drawingml/2006/main">
              <a:ext uri="{FF2B5EF4-FFF2-40B4-BE49-F238E27FC236}">
                <a16:creationId xmlns:a16="http://schemas.microsoft.com/office/drawing/2014/main" id="{10DE4961-8968-4B8F-AD6E-59183950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73688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enario-a-top-stripe-7">
            <a:extLst xmlns:a="http://schemas.openxmlformats.org/drawingml/2006/main">
              <a:ext uri="{FF2B5EF4-FFF2-40B4-BE49-F238E27FC236}">
                <a16:creationId xmlns:a16="http://schemas.microsoft.com/office/drawing/2014/main" id="{DAF4B4A5-E61C-4E0A-A071-33B234C4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enario-a-bottom-stripe-7">
            <a:extLst xmlns:a="http://schemas.openxmlformats.org/drawingml/2006/main">
              <a:ext uri="{FF2B5EF4-FFF2-40B4-BE49-F238E27FC236}">
                <a16:creationId xmlns:a16="http://schemas.microsoft.com/office/drawing/2014/main" id="{C983E89A-6085-4E75-9566-F3E4B1E3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89976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enario-a-top-stripe-8">
            <a:extLst xmlns:a="http://schemas.openxmlformats.org/drawingml/2006/main">
              <a:ext uri="{FF2B5EF4-FFF2-40B4-BE49-F238E27FC236}">
                <a16:creationId xmlns:a16="http://schemas.microsoft.com/office/drawing/2014/main" id="{92D12128-B612-4898-99A6-482ED69B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enario-a-bottom-stripe-8">
            <a:extLst xmlns:a="http://schemas.openxmlformats.org/drawingml/2006/main">
              <a:ext uri="{FF2B5EF4-FFF2-40B4-BE49-F238E27FC236}">
                <a16:creationId xmlns:a16="http://schemas.microsoft.com/office/drawing/2014/main" id="{0533F2F1-1110-4E3E-B41C-BABB9BD7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06263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cenario-a-top-stripe-9">
            <a:extLst xmlns:a="http://schemas.openxmlformats.org/drawingml/2006/main">
              <a:ext uri="{FF2B5EF4-FFF2-40B4-BE49-F238E27FC236}">
                <a16:creationId xmlns:a16="http://schemas.microsoft.com/office/drawing/2014/main" id="{A48D25FA-00C6-4212-A5FF-FA25AB27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cenario-a-bottom-stripe-9">
            <a:extLst xmlns:a="http://schemas.openxmlformats.org/drawingml/2006/main">
              <a:ext uri="{FF2B5EF4-FFF2-40B4-BE49-F238E27FC236}">
                <a16:creationId xmlns:a16="http://schemas.microsoft.com/office/drawing/2014/main" id="{A285FDC6-D590-46EC-A762-D4EA82F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222551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cenario-a-fold-left">
            <a:extLst xmlns:a="http://schemas.openxmlformats.org/drawingml/2006/main">
              <a:ext uri="{FF2B5EF4-FFF2-40B4-BE49-F238E27FC236}">
                <a16:creationId xmlns:a16="http://schemas.microsoft.com/office/drawing/2014/main" id="{6C8EDDF7-EE11-414B-9AFA-D728B860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0" name="scenario-a-fold-right">
            <a:extLst xmlns:a="http://schemas.openxmlformats.org/drawingml/2006/main">
              <a:ext uri="{FF2B5EF4-FFF2-40B4-BE49-F238E27FC236}">
                <a16:creationId xmlns:a16="http://schemas.microsoft.com/office/drawing/2014/main" id="{CD89D5B7-5FE5-4F5F-8CFD-7D12324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574006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31" name="scenario-a-badge">
            <a:extLst xmlns:a="http://schemas.openxmlformats.org/drawingml/2006/main">
              <a:ext uri="{FF2B5EF4-FFF2-40B4-BE49-F238E27FC236}">
                <a16:creationId xmlns:a16="http://schemas.microsoft.com/office/drawing/2014/main" id="{CCD08A0A-F219-480C-9BA4-2B2FFC9C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cenario-a-label">
            <a:extLst xmlns:a="http://schemas.openxmlformats.org/drawingml/2006/main">
              <a:ext uri="{FF2B5EF4-FFF2-40B4-BE49-F238E27FC236}">
                <a16:creationId xmlns:a16="http://schemas.microsoft.com/office/drawing/2014/main" id="{86136CF9-7562-4694-AF64-30F4281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44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" name="scenario-b-back2">
            <a:extLst xmlns:a="http://schemas.openxmlformats.org/drawingml/2006/main">
              <a:ext uri="{FF2B5EF4-FFF2-40B4-BE49-F238E27FC236}">
                <a16:creationId xmlns:a16="http://schemas.microsoft.com/office/drawing/2014/main" id="{CCEB133F-351A-487F-9D5C-0CA761BC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2047875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4" name="scenario-b-back1">
            <a:extLst xmlns:a="http://schemas.openxmlformats.org/drawingml/2006/main">
              <a:ext uri="{FF2B5EF4-FFF2-40B4-BE49-F238E27FC236}">
                <a16:creationId xmlns:a16="http://schemas.microsoft.com/office/drawing/2014/main" id="{1B606FDC-6835-487E-9DE5-8595EFF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1585" y="2147411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35" name="scenario-b-front">
            <a:extLst xmlns:a="http://schemas.openxmlformats.org/drawingml/2006/main">
              <a:ext uri="{FF2B5EF4-FFF2-40B4-BE49-F238E27FC236}">
                <a16:creationId xmlns:a16="http://schemas.microsoft.com/office/drawing/2014/main" id="{26A4CC45-14A5-4736-8340-6E416D4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55996"/>
            <a:ext cx="1719263" cy="1067753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AEBABC"/>
            </a:solidFill>
            <a:prstDash val="solid"/>
          </a:ln>
        </p:spPr>
      </p:sp>
      <p:sp>
        <p:nvSpPr>
          <p:cNvPr id="36" name="scenario-b-top-stripe-0">
            <a:extLst xmlns:a="http://schemas.openxmlformats.org/drawingml/2006/main">
              <a:ext uri="{FF2B5EF4-FFF2-40B4-BE49-F238E27FC236}">
                <a16:creationId xmlns:a16="http://schemas.microsoft.com/office/drawing/2014/main" id="{1F67DE9A-4914-4059-9E74-42A41DB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enario-b-bottom-stripe-0">
            <a:extLst xmlns:a="http://schemas.openxmlformats.org/drawingml/2006/main">
              <a:ext uri="{FF2B5EF4-FFF2-40B4-BE49-F238E27FC236}">
                <a16:creationId xmlns:a16="http://schemas.microsoft.com/office/drawing/2014/main" id="{79DE3675-152B-481D-B932-6E983418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499824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cenario-b-top-stripe-1">
            <a:extLst xmlns:a="http://schemas.openxmlformats.org/drawingml/2006/main">
              <a:ext uri="{FF2B5EF4-FFF2-40B4-BE49-F238E27FC236}">
                <a16:creationId xmlns:a16="http://schemas.microsoft.com/office/drawing/2014/main" id="{5ADC6494-F058-48D4-B5F1-28471C72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cenario-b-bottom-stripe-1">
            <a:extLst xmlns:a="http://schemas.openxmlformats.org/drawingml/2006/main">
              <a:ext uri="{FF2B5EF4-FFF2-40B4-BE49-F238E27FC236}">
                <a16:creationId xmlns:a16="http://schemas.microsoft.com/office/drawing/2014/main" id="{54EDA94A-B2AB-466E-9D59-6BAD85DD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16112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cenario-b-top-stripe-2">
            <a:extLst xmlns:a="http://schemas.openxmlformats.org/drawingml/2006/main">
              <a:ext uri="{FF2B5EF4-FFF2-40B4-BE49-F238E27FC236}">
                <a16:creationId xmlns:a16="http://schemas.microsoft.com/office/drawing/2014/main" id="{697EA61F-07E1-4F23-A74A-6EE690BF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enario-b-bottom-stripe-2">
            <a:extLst xmlns:a="http://schemas.openxmlformats.org/drawingml/2006/main">
              <a:ext uri="{FF2B5EF4-FFF2-40B4-BE49-F238E27FC236}">
                <a16:creationId xmlns:a16="http://schemas.microsoft.com/office/drawing/2014/main" id="{A9D5C13B-AA7B-4A34-8435-34A4E5D5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32399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cenario-b-top-stripe-3">
            <a:extLst xmlns:a="http://schemas.openxmlformats.org/drawingml/2006/main">
              <a:ext uri="{FF2B5EF4-FFF2-40B4-BE49-F238E27FC236}">
                <a16:creationId xmlns:a16="http://schemas.microsoft.com/office/drawing/2014/main" id="{EA480725-99FA-41E8-8C47-00D44A03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cenario-b-bottom-stripe-3">
            <a:extLst xmlns:a="http://schemas.openxmlformats.org/drawingml/2006/main">
              <a:ext uri="{FF2B5EF4-FFF2-40B4-BE49-F238E27FC236}">
                <a16:creationId xmlns:a16="http://schemas.microsoft.com/office/drawing/2014/main" id="{E61FFDD8-FAAC-4766-B84A-5ADCABE8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48687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cenario-b-top-stripe-4">
            <a:extLst xmlns:a="http://schemas.openxmlformats.org/drawingml/2006/main">
              <a:ext uri="{FF2B5EF4-FFF2-40B4-BE49-F238E27FC236}">
                <a16:creationId xmlns:a16="http://schemas.microsoft.com/office/drawing/2014/main" id="{027E7DEA-CFA4-48B3-AEC4-B5977D53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scenario-b-bottom-stripe-4">
            <a:extLst xmlns:a="http://schemas.openxmlformats.org/drawingml/2006/main">
              <a:ext uri="{FF2B5EF4-FFF2-40B4-BE49-F238E27FC236}">
                <a16:creationId xmlns:a16="http://schemas.microsoft.com/office/drawing/2014/main" id="{06E868F9-6314-4D5C-A5CD-579F965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64975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cenario-b-top-stripe-5">
            <a:extLst xmlns:a="http://schemas.openxmlformats.org/drawingml/2006/main">
              <a:ext uri="{FF2B5EF4-FFF2-40B4-BE49-F238E27FC236}">
                <a16:creationId xmlns:a16="http://schemas.microsoft.com/office/drawing/2014/main" id="{6F4F6201-8D89-4650-AB7A-100CF6B6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cenario-b-bottom-stripe-5">
            <a:extLst xmlns:a="http://schemas.openxmlformats.org/drawingml/2006/main">
              <a:ext uri="{FF2B5EF4-FFF2-40B4-BE49-F238E27FC236}">
                <a16:creationId xmlns:a16="http://schemas.microsoft.com/office/drawing/2014/main" id="{CC4AA8DE-7180-4DAE-985E-BEB2E3C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81263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cenario-b-top-stripe-6">
            <a:extLst xmlns:a="http://schemas.openxmlformats.org/drawingml/2006/main">
              <a:ext uri="{FF2B5EF4-FFF2-40B4-BE49-F238E27FC236}">
                <a16:creationId xmlns:a16="http://schemas.microsoft.com/office/drawing/2014/main" id="{C2C6839C-74F7-4103-9FEE-B6D1BCB3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scenario-b-bottom-stripe-6">
            <a:extLst xmlns:a="http://schemas.openxmlformats.org/drawingml/2006/main">
              <a:ext uri="{FF2B5EF4-FFF2-40B4-BE49-F238E27FC236}">
                <a16:creationId xmlns:a16="http://schemas.microsoft.com/office/drawing/2014/main" id="{C8A56055-A409-4815-9E60-04A29221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5975509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cenario-b-top-stripe-7">
            <a:extLst xmlns:a="http://schemas.openxmlformats.org/drawingml/2006/main">
              <a:ext uri="{FF2B5EF4-FFF2-40B4-BE49-F238E27FC236}">
                <a16:creationId xmlns:a16="http://schemas.microsoft.com/office/drawing/2014/main" id="{0DA2652D-75B1-4C0E-B5EC-E2111BA1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cenario-b-bottom-stripe-7">
            <a:extLst xmlns:a="http://schemas.openxmlformats.org/drawingml/2006/main">
              <a:ext uri="{FF2B5EF4-FFF2-40B4-BE49-F238E27FC236}">
                <a16:creationId xmlns:a16="http://schemas.microsoft.com/office/drawing/2014/main" id="{39452E1D-4AB3-4CBA-8153-39183E0B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138386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cenario-b-top-stripe-8">
            <a:extLst xmlns:a="http://schemas.openxmlformats.org/drawingml/2006/main">
              <a:ext uri="{FF2B5EF4-FFF2-40B4-BE49-F238E27FC236}">
                <a16:creationId xmlns:a16="http://schemas.microsoft.com/office/drawing/2014/main" id="{F52A04E6-193E-41F7-B945-6E571EB1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cenario-b-bottom-stripe-8">
            <a:extLst xmlns:a="http://schemas.openxmlformats.org/drawingml/2006/main">
              <a:ext uri="{FF2B5EF4-FFF2-40B4-BE49-F238E27FC236}">
                <a16:creationId xmlns:a16="http://schemas.microsoft.com/office/drawing/2014/main" id="{E93F3579-3725-483E-B734-AE1055C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301264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scenario-b-top-stripe-9">
            <a:extLst xmlns:a="http://schemas.openxmlformats.org/drawingml/2006/main">
              <a:ext uri="{FF2B5EF4-FFF2-40B4-BE49-F238E27FC236}">
                <a16:creationId xmlns:a16="http://schemas.microsoft.com/office/drawing/2014/main" id="{E07EEBB7-0E5A-4FBD-9AA9-D0A6D64F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2265045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cenario-b-bottom-stripe-9">
            <a:extLst xmlns:a="http://schemas.openxmlformats.org/drawingml/2006/main">
              <a:ext uri="{FF2B5EF4-FFF2-40B4-BE49-F238E27FC236}">
                <a16:creationId xmlns:a16="http://schemas.microsoft.com/office/drawing/2014/main" id="{CB758E1B-C8D7-4509-9461-5D9E4F10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6464141" y="3242310"/>
            <a:ext cx="153829" cy="7239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6C8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scenario-b-fold-left">
            <a:extLst xmlns:a="http://schemas.openxmlformats.org/drawingml/2006/main">
              <a:ext uri="{FF2B5EF4-FFF2-40B4-BE49-F238E27FC236}">
                <a16:creationId xmlns:a16="http://schemas.microsoft.com/office/drawing/2014/main" id="{AF9BD401-4B5A-4235-9DFF-5FE1CB3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25390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7" name="scenario-b-fold-right">
            <a:extLst xmlns:a="http://schemas.openxmlformats.org/drawingml/2006/main">
              <a:ext uri="{FF2B5EF4-FFF2-40B4-BE49-F238E27FC236}">
                <a16:creationId xmlns:a16="http://schemas.microsoft.com/office/drawing/2014/main" id="{2C145FC2-4BA1-4E0F-ACA5-43127480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2631" y="2427923"/>
            <a:ext cx="787241" cy="5700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AEBABC"/>
            </a:solidFill>
            <a:prstDash val="solid"/>
          </a:ln>
        </p:spPr>
      </p:sp>
      <p:sp>
        <p:nvSpPr>
          <p:cNvPr id="58" name="scenario-b-badge">
            <a:extLst xmlns:a="http://schemas.openxmlformats.org/drawingml/2006/main">
              <a:ext uri="{FF2B5EF4-FFF2-40B4-BE49-F238E27FC236}">
                <a16:creationId xmlns:a16="http://schemas.microsoft.com/office/drawing/2014/main" id="{A4413CEE-37CF-4A69-B727-4B5E44A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45556"/>
            <a:ext cx="542925" cy="542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cenario-b-label">
            <a:extLst xmlns:a="http://schemas.openxmlformats.org/drawingml/2006/main">
              <a:ext uri="{FF2B5EF4-FFF2-40B4-BE49-F238E27FC236}">
                <a16:creationId xmlns:a16="http://schemas.microsoft.com/office/drawing/2014/main" id="{02E156DA-F7AB-4B2E-8335-38C9D59F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169" y="2563654"/>
            <a:ext cx="542925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92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992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scenario-refresh-arrow">
            <a:extLst xmlns:a="http://schemas.openxmlformats.org/drawingml/2006/main">
              <a:ext uri="{FF2B5EF4-FFF2-40B4-BE49-F238E27FC236}">
                <a16:creationId xmlns:a16="http://schemas.microsoft.com/office/drawing/2014/main" id="{221E8439-96CF-4AA4-A51F-A5F90981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725" y="2647950"/>
            <a:ext cx="148590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B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cenario-refresh">
            <a:extLst xmlns:a="http://schemas.openxmlformats.org/drawingml/2006/main">
              <a:ext uri="{FF2B5EF4-FFF2-40B4-BE49-F238E27FC236}">
                <a16:creationId xmlns:a16="http://schemas.microsoft.com/office/drawing/2014/main" id="{58D8BC3C-601B-4487-9D71-4DFF3C7A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2286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62" name="scenario-a-caption">
            <a:extLst xmlns:a="http://schemas.openxmlformats.org/drawingml/2006/main">
              <a:ext uri="{FF2B5EF4-FFF2-40B4-BE49-F238E27FC236}">
                <a16:creationId xmlns:a16="http://schemas.microsoft.com/office/drawing/2014/main" id="{FD2B9FA5-E353-4C33-A381-95A975F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Pre-refresh winner</a:t>
            </a:r>
          </a:p>
        </p:txBody>
      </p:sp>
      <p:sp>
        <p:nvSpPr>
          <p:cNvPr id="63" name="scenario-b-caption">
            <a:extLst xmlns:a="http://schemas.openxmlformats.org/drawingml/2006/main">
              <a:ext uri="{FF2B5EF4-FFF2-40B4-BE49-F238E27FC236}">
                <a16:creationId xmlns:a16="http://schemas.microsoft.com/office/drawing/2014/main" id="{FC3E7062-5F6A-43C0-984A-E8ADF27B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6290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Refreshed winner</a:t>
            </a:r>
          </a:p>
        </p:txBody>
      </p:sp>
      <p:sp>
        <p:nvSpPr>
          <p:cNvPr id="64" name="control-frame-shadow">
            <a:extLst xmlns:a="http://schemas.openxmlformats.org/drawingml/2006/main">
              <a:ext uri="{FF2B5EF4-FFF2-40B4-BE49-F238E27FC236}">
                <a16:creationId xmlns:a16="http://schemas.microsoft.com/office/drawing/2014/main" id="{B363559C-CF46-47EC-99C5-54EDED2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1450" y="9525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DFF1F0"/>
          </a:solidFill>
          <a:ln xmlns:a="http://schemas.openxmlformats.org/drawingml/2006/main" w="19050">
            <a:solidFill>
              <a:srgbClr val="DFF1F0"/>
            </a:solidFill>
            <a:prstDash val="solid"/>
          </a:ln>
        </p:spPr>
      </p:sp>
      <p:sp>
        <p:nvSpPr>
          <p:cNvPr id="65" name="control-frame">
            <a:extLst xmlns:a="http://schemas.openxmlformats.org/drawingml/2006/main">
              <a:ext uri="{FF2B5EF4-FFF2-40B4-BE49-F238E27FC236}">
                <a16:creationId xmlns:a16="http://schemas.microsoft.com/office/drawing/2014/main" id="{E60709A6-601C-4144-88E5-23CE5D4C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838200"/>
            <a:ext cx="7086600" cy="3390900"/>
          </a:xfrm>
          <a:prstGeom xmlns:a="http://schemas.openxmlformats.org/drawingml/2006/main" prst="roundRect">
            <a:avLst>
              <a:gd name="adj" fmla="val 7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7FB4BA"/>
            </a:solidFill>
            <a:prstDash val="solid"/>
          </a:ln>
        </p:spPr>
      </p:sp>
      <p:sp>
        <p:nvSpPr>
          <p:cNvPr id="66" name="memory-box">
            <a:extLst xmlns:a="http://schemas.openxmlformats.org/drawingml/2006/main">
              <a:ext uri="{FF2B5EF4-FFF2-40B4-BE49-F238E27FC236}">
                <a16:creationId xmlns:a16="http://schemas.microsoft.com/office/drawing/2014/main" id="{3534235A-1ADB-4901-9C8F-264183F0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20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B4D4F"/>
            </a:solidFill>
            <a:prstDash val="solid"/>
          </a:ln>
        </p:spPr>
      </p:sp>
      <p:sp>
        <p:nvSpPr>
          <p:cNvPr id="67" name="memory-tick-a">
            <a:extLst xmlns:a="http://schemas.openxmlformats.org/drawingml/2006/main">
              <a:ext uri="{FF2B5EF4-FFF2-40B4-BE49-F238E27FC236}">
                <a16:creationId xmlns:a16="http://schemas.microsoft.com/office/drawing/2014/main" id="{3CC313B9-E1BE-4719-86E4-3F587EB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77375" y="1371600"/>
            <a:ext cx="7620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8" name="memory-tick-b">
            <a:extLst xmlns:a="http://schemas.openxmlformats.org/drawingml/2006/main">
              <a:ext uri="{FF2B5EF4-FFF2-40B4-BE49-F238E27FC236}">
                <a16:creationId xmlns:a16="http://schemas.microsoft.com/office/drawing/2014/main" id="{8752536E-27F4-43B4-90D7-71D48706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53575" y="1266825"/>
            <a:ext cx="1524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EB946"/>
            </a:solidFill>
            <a:prstDash val="solid"/>
          </a:ln>
        </p:spPr>
      </p:sp>
      <p:sp>
        <p:nvSpPr>
          <p:cNvPr id="69" name="memory-title">
            <a:extLst xmlns:a="http://schemas.openxmlformats.org/drawingml/2006/main">
              <a:ext uri="{FF2B5EF4-FFF2-40B4-BE49-F238E27FC236}">
                <a16:creationId xmlns:a16="http://schemas.microsoft.com/office/drawing/2014/main" id="{98C6DA86-1939-41DD-8BA1-6C5D04E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MEMORY PRESERVED</a:t>
            </a:r>
          </a:p>
        </p:txBody>
      </p:sp>
      <p:sp>
        <p:nvSpPr>
          <p:cNvPr id="70" name="memory-values">
            <a:extLst xmlns:a="http://schemas.openxmlformats.org/drawingml/2006/main">
              <a:ext uri="{FF2B5EF4-FFF2-40B4-BE49-F238E27FC236}">
                <a16:creationId xmlns:a16="http://schemas.microsoft.com/office/drawing/2014/main" id="{C582D2D3-F3BF-444B-B96A-B276DCF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1457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A before refresh   ·   B after refresh</a:t>
            </a:r>
          </a:p>
        </p:txBody>
      </p:sp>
      <p:sp>
        <p:nvSpPr>
          <p:cNvPr id="71" name="control-state-title">
            <a:extLst xmlns:a="http://schemas.openxmlformats.org/drawingml/2006/main">
              <a:ext uri="{FF2B5EF4-FFF2-40B4-BE49-F238E27FC236}">
                <a16:creationId xmlns:a16="http://schemas.microsoft.com/office/drawing/2014/main" id="{4FA8ADFE-9FB0-413B-9C63-0D50A652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4525" y="175260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REFERENTIAL CONTROL STATE</a:t>
            </a:r>
          </a:p>
        </p:txBody>
      </p:sp>
      <p:sp>
        <p:nvSpPr>
          <p:cNvPr id="72" name="control-state-divider">
            <a:extLst xmlns:a="http://schemas.openxmlformats.org/drawingml/2006/main">
              <a:ext uri="{FF2B5EF4-FFF2-40B4-BE49-F238E27FC236}">
                <a16:creationId xmlns:a16="http://schemas.microsoft.com/office/drawing/2014/main" id="{28EC25AD-5463-46FF-B0A1-FE95CBF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39500" y="205740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8ED"/>
            </a:solidFill>
            <a:prstDash val="solid"/>
          </a:ln>
        </p:spPr>
      </p:sp>
      <p:sp>
        <p:nvSpPr>
          <p:cNvPr id="73" name="preserve-index">
            <a:extLst xmlns:a="http://schemas.openxmlformats.org/drawingml/2006/main">
              <a:ext uri="{FF2B5EF4-FFF2-40B4-BE49-F238E27FC236}">
                <a16:creationId xmlns:a16="http://schemas.microsoft.com/office/drawing/2014/main" id="{8C36AA28-6261-4F2F-A916-8C3B2052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9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74" name="preserve-it">
            <a:extLst xmlns:a="http://schemas.openxmlformats.org/drawingml/2006/main">
              <a:ext uri="{FF2B5EF4-FFF2-40B4-BE49-F238E27FC236}">
                <a16:creationId xmlns:a16="http://schemas.microsoft.com/office/drawing/2014/main" id="{4B0ACE26-117B-4DE9-9B99-8CF6ADD0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57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F5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75" name="preserve-it-label">
            <a:extLst xmlns:a="http://schemas.openxmlformats.org/drawingml/2006/main">
              <a:ext uri="{FF2B5EF4-FFF2-40B4-BE49-F238E27FC236}">
                <a16:creationId xmlns:a16="http://schemas.microsoft.com/office/drawing/2014/main" id="{DD24BDB2-8B77-41FC-B10A-664BDBFA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24669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76" name="preserve-path-a">
            <a:extLst xmlns:a="http://schemas.openxmlformats.org/drawingml/2006/main">
              <a:ext uri="{FF2B5EF4-FFF2-40B4-BE49-F238E27FC236}">
                <a16:creationId xmlns:a16="http://schemas.microsoft.com/office/drawing/2014/main" id="{1A9F67BB-9D9F-4A23-B5A2-AEE739DF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590800"/>
            <a:ext cx="5905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C083F834-CAB6-42DB-873A-F5E6F3E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2630" y="2409825"/>
            <a:ext cx="308610" cy="291465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BD4E4A"/>
            </a:solidFill>
            <a:prstDash val="solid"/>
          </a:ln>
        </p:spPr>
      </p:sp>
      <p:sp>
        <p:nvSpPr>
          <p:cNvPr id="7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83EE40AC-6F6C-419B-9913-2A43CC41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9768" y="2598420"/>
            <a:ext cx="394335" cy="291465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D4E4A"/>
          </a:solidFill>
          <a:ln xmlns:a="http://schemas.openxmlformats.org/drawingml/2006/main" w="9525">
            <a:solidFill>
              <a:srgbClr val="BD4E4A"/>
            </a:solidFill>
            <a:prstDash val="solid"/>
          </a:ln>
        </p:spPr>
      </p:sp>
      <p:sp>
        <p:nvSpPr>
          <p:cNvPr id="79" name="preserve-lock-hole">
            <a:extLst xmlns:a="http://schemas.openxmlformats.org/drawingml/2006/main">
              <a:ext uri="{FF2B5EF4-FFF2-40B4-BE49-F238E27FC236}">
                <a16:creationId xmlns:a16="http://schemas.microsoft.com/office/drawing/2014/main" id="{F36253FF-B372-41AC-A249-BA05CA3F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4073" y="267557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reserve-lock-stem">
            <a:extLst xmlns:a="http://schemas.openxmlformats.org/drawingml/2006/main">
              <a:ext uri="{FF2B5EF4-FFF2-40B4-BE49-F238E27FC236}">
                <a16:creationId xmlns:a16="http://schemas.microsoft.com/office/drawing/2014/main" id="{2B27F786-BB32-41C9-9141-B3C97236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790" y="2735580"/>
            <a:ext cx="3429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reserve-path-b">
            <a:extLst xmlns:a="http://schemas.openxmlformats.org/drawingml/2006/main">
              <a:ext uri="{FF2B5EF4-FFF2-40B4-BE49-F238E27FC236}">
                <a16:creationId xmlns:a16="http://schemas.microsoft.com/office/drawing/2014/main" id="{D5962A48-0367-4026-8510-C10C92B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2590800"/>
            <a:ext cx="409575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02A4CCFB-1F13-4A60-A7B8-00E8FDA2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47925"/>
            <a:ext cx="504825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3813">
            <a:solidFill>
              <a:srgbClr val="BD4E4A"/>
            </a:solidFill>
            <a:prstDash val="solid"/>
          </a:ln>
        </p:spPr>
      </p:sp>
      <p:sp>
        <p:nvSpPr>
          <p:cNvPr id="83" name="preserve-target-label">
            <a:extLst xmlns:a="http://schemas.openxmlformats.org/drawingml/2006/main">
              <a:ext uri="{FF2B5EF4-FFF2-40B4-BE49-F238E27FC236}">
                <a16:creationId xmlns:a16="http://schemas.microsoft.com/office/drawing/2014/main" id="{320E0A80-CAFE-4FAE-BB55-C8E099B2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3700" y="2457450"/>
            <a:ext cx="504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4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8C3CBA4F-D424-4534-B68B-97A9E225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038475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1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BD4E4A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85" name="preserve-desc">
            <a:extLst xmlns:a="http://schemas.openxmlformats.org/drawingml/2006/main">
              <a:ext uri="{FF2B5EF4-FFF2-40B4-BE49-F238E27FC236}">
                <a16:creationId xmlns:a16="http://schemas.microsoft.com/office/drawing/2014/main" id="{D07C958D-34C8-4158-804B-945B10D9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3467100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already committed</a:t>
            </a:r>
          </a:p>
        </p:txBody>
      </p:sp>
      <p:sp>
        <p:nvSpPr>
          <p:cNvPr id="86" name="reevaluate-index">
            <a:extLst xmlns:a="http://schemas.openxmlformats.org/drawingml/2006/main">
              <a:ext uri="{FF2B5EF4-FFF2-40B4-BE49-F238E27FC236}">
                <a16:creationId xmlns:a16="http://schemas.microsoft.com/office/drawing/2014/main" id="{092DD379-8568-46DC-8F1F-DE8EDEA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2850" y="2038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7" name="reevaluate-unresolved-it">
            <a:extLst xmlns:a="http://schemas.openxmlformats.org/drawingml/2006/main">
              <a:ext uri="{FF2B5EF4-FFF2-40B4-BE49-F238E27FC236}">
                <a16:creationId xmlns:a16="http://schemas.microsoft.com/office/drawing/2014/main" id="{CD713AE4-63E4-4A21-9099-F0B6EC43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6275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88" name="reevaluate-unresolved-line">
            <a:extLst xmlns:a="http://schemas.openxmlformats.org/drawingml/2006/main">
              <a:ext uri="{FF2B5EF4-FFF2-40B4-BE49-F238E27FC236}">
                <a16:creationId xmlns:a16="http://schemas.microsoft.com/office/drawing/2014/main" id="{ECD33FFD-8E07-426E-8C2A-66B4B23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8225" y="227647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FB4BA"/>
            </a:solidFill>
            <a:prstDash val="dash"/>
          </a:ln>
        </p:spPr>
      </p:sp>
      <p:sp>
        <p:nvSpPr>
          <p:cNvPr id="89" name="reevaluate-unresolved-arrow">
            <a:extLst xmlns:a="http://schemas.openxmlformats.org/drawingml/2006/main">
              <a:ext uri="{FF2B5EF4-FFF2-40B4-BE49-F238E27FC236}">
                <a16:creationId xmlns:a16="http://schemas.microsoft.com/office/drawing/2014/main" id="{38806F26-3A51-44EA-8C9B-E57746A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575" y="2219325"/>
            <a:ext cx="2667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reevaluate-unresolved-q">
            <a:extLst xmlns:a="http://schemas.openxmlformats.org/drawingml/2006/main">
              <a:ext uri="{FF2B5EF4-FFF2-40B4-BE49-F238E27FC236}">
                <a16:creationId xmlns:a16="http://schemas.microsoft.com/office/drawing/2014/main" id="{3C34649A-32E0-4411-9B3F-9F9F64F4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1336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91" name="reevaluate-it">
            <a:extLst xmlns:a="http://schemas.openxmlformats.org/drawingml/2006/main">
              <a:ext uri="{FF2B5EF4-FFF2-40B4-BE49-F238E27FC236}">
                <a16:creationId xmlns:a16="http://schemas.microsoft.com/office/drawing/2014/main" id="{D2EDE133-F51D-4D0A-A06A-405518D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AF9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92" name="reevaluate-it-label">
            <a:extLst xmlns:a="http://schemas.openxmlformats.org/drawingml/2006/main">
              <a:ext uri="{FF2B5EF4-FFF2-40B4-BE49-F238E27FC236}">
                <a16:creationId xmlns:a16="http://schemas.microsoft.com/office/drawing/2014/main" id="{7F704A71-4ADB-4262-80A0-BF40614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76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it</a:t>
            </a:r>
          </a:p>
        </p:txBody>
      </p:sp>
      <p:sp>
        <p:nvSpPr>
          <p:cNvPr id="93" name="reevaluate-path-a">
            <a:extLst xmlns:a="http://schemas.openxmlformats.org/drawingml/2006/main">
              <a:ext uri="{FF2B5EF4-FFF2-40B4-BE49-F238E27FC236}">
                <a16:creationId xmlns:a16="http://schemas.microsoft.com/office/drawing/2014/main" id="{9F58C351-FA70-4184-B8CC-A8AF3709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49125" y="26860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reevaluate-hourglass-top">
            <a:extLst xmlns:a="http://schemas.openxmlformats.org/drawingml/2006/main">
              <a:ext uri="{FF2B5EF4-FFF2-40B4-BE49-F238E27FC236}">
                <a16:creationId xmlns:a16="http://schemas.microsoft.com/office/drawing/2014/main" id="{6B3833CD-6ABA-4C5F-A97E-8E1C0A7F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604516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5" name="reevaluate-hourglass-bottom">
            <a:extLst xmlns:a="http://schemas.openxmlformats.org/drawingml/2006/main">
              <a:ext uri="{FF2B5EF4-FFF2-40B4-BE49-F238E27FC236}">
                <a16:creationId xmlns:a16="http://schemas.microsoft.com/office/drawing/2014/main" id="{9908AC13-468F-4637-80D0-C1CB7002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20625" y="2961132"/>
            <a:ext cx="3291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574">
            <a:solidFill>
              <a:srgbClr val="278681"/>
            </a:solidFill>
            <a:prstDash val="solid"/>
          </a:ln>
        </p:spPr>
      </p:sp>
      <p:sp>
        <p:nvSpPr>
          <p:cNvPr id="96" name="reevaluate-hourglass-side-left">
            <a:extLst xmlns:a="http://schemas.openxmlformats.org/drawingml/2006/main">
              <a:ext uri="{FF2B5EF4-FFF2-40B4-BE49-F238E27FC236}">
                <a16:creationId xmlns:a16="http://schemas.microsoft.com/office/drawing/2014/main" id="{1589A208-4FC5-4CAD-9F65-EBFB005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7" name="reevaluate-hourglass-side-right">
            <a:extLst xmlns:a="http://schemas.openxmlformats.org/drawingml/2006/main">
              <a:ext uri="{FF2B5EF4-FFF2-40B4-BE49-F238E27FC236}">
                <a16:creationId xmlns:a16="http://schemas.microsoft.com/office/drawing/2014/main" id="{4EAE50FA-49DA-4FE5-8B0E-7EF0AC91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668631" y="2645664"/>
            <a:ext cx="233172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78681"/>
            </a:solidFill>
            <a:prstDash val="solid"/>
          </a:ln>
        </p:spPr>
      </p:sp>
      <p:sp>
        <p:nvSpPr>
          <p:cNvPr id="98" name="reevaluate-hourglass-sand-top">
            <a:extLst xmlns:a="http://schemas.openxmlformats.org/drawingml/2006/main">
              <a:ext uri="{FF2B5EF4-FFF2-40B4-BE49-F238E27FC236}">
                <a16:creationId xmlns:a16="http://schemas.microsoft.com/office/drawing/2014/main" id="{3F6D6B5E-8B00-4802-BDDE-9C00CE4F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0353" y="2659380"/>
            <a:ext cx="109728" cy="8915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E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reevaluate-hourglass-sand-bottom">
            <a:extLst xmlns:a="http://schemas.openxmlformats.org/drawingml/2006/main">
              <a:ext uri="{FF2B5EF4-FFF2-40B4-BE49-F238E27FC236}">
                <a16:creationId xmlns:a16="http://schemas.microsoft.com/office/drawing/2014/main" id="{D7816CB5-55FD-4F51-8A4E-A1891412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723495" y="2837688"/>
            <a:ext cx="123444" cy="82296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reevaluate-hourglass-sand-neck">
            <a:extLst xmlns:a="http://schemas.openxmlformats.org/drawingml/2006/main">
              <a:ext uri="{FF2B5EF4-FFF2-40B4-BE49-F238E27FC236}">
                <a16:creationId xmlns:a16="http://schemas.microsoft.com/office/drawing/2014/main" id="{A437BC08-A262-4EFE-8764-8AB8CA7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4643" y="2762250"/>
            <a:ext cx="41148" cy="411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reevaluate-path-b">
            <a:extLst xmlns:a="http://schemas.openxmlformats.org/drawingml/2006/main">
              <a:ext uri="{FF2B5EF4-FFF2-40B4-BE49-F238E27FC236}">
                <a16:creationId xmlns:a16="http://schemas.microsoft.com/office/drawing/2014/main" id="{29B1EBEF-EB03-432C-9256-EE11A571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9725" y="2686050"/>
            <a:ext cx="4476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B4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7F73B97B-5A33-4DD2-A973-4D2118D3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3813">
            <a:solidFill>
              <a:srgbClr val="278681"/>
            </a:solidFill>
            <a:prstDash val="solid"/>
          </a:ln>
        </p:spPr>
      </p:sp>
      <p:sp>
        <p:nvSpPr>
          <p:cNvPr id="103" name="reevaluate-target-label">
            <a:extLst xmlns:a="http://schemas.openxmlformats.org/drawingml/2006/main">
              <a:ext uri="{FF2B5EF4-FFF2-40B4-BE49-F238E27FC236}">
                <a16:creationId xmlns:a16="http://schemas.microsoft.com/office/drawing/2014/main" id="{48279AA8-22E0-4315-9876-D16AD340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73125" y="2562225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4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96AFC602-774B-4D01-8FA1-10F190B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06705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500" b="1" i="1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278681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105" name="reevaluate-desc">
            <a:extLst xmlns:a="http://schemas.openxmlformats.org/drawingml/2006/main">
              <a:ext uri="{FF2B5EF4-FFF2-40B4-BE49-F238E27FC236}">
                <a16:creationId xmlns:a16="http://schemas.microsoft.com/office/drawing/2014/main" id="{030DA008-E33D-4CE1-B07D-5F65DA41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3467100"/>
            <a:ext cx="3276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target selected after refresh</a:t>
            </a:r>
          </a:p>
        </p:txBody>
      </p:sp>
      <p:sp>
        <p:nvSpPr>
          <p:cNvPr id="106" name="bottom-rule">
            <a:extLst xmlns:a="http://schemas.openxmlformats.org/drawingml/2006/main">
              <a:ext uri="{FF2B5EF4-FFF2-40B4-BE49-F238E27FC236}">
                <a16:creationId xmlns:a16="http://schemas.microsoft.com/office/drawing/2014/main" id="{B37041A7-7E2B-4CF5-B0A9-5A04A7C3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6291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  <p:sp>
        <p:nvSpPr>
          <p:cNvPr id="107" name="header-instructions">
            <a:extLst xmlns:a="http://schemas.openxmlformats.org/drawingml/2006/main">
              <a:ext uri="{FF2B5EF4-FFF2-40B4-BE49-F238E27FC236}">
                <a16:creationId xmlns:a16="http://schemas.microsoft.com/office/drawing/2014/main" id="{ED6F7168-B0E0-4131-B563-C4F4DD6F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46863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</a:t>
            </a:r>
          </a:p>
        </p:txBody>
      </p:sp>
      <p:sp>
        <p:nvSpPr>
          <p:cNvPr id="108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D5452D06-65C8-4CB2-A9AA-81CB3E91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109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F36DE5BF-9E10-49F2-837D-5CA0185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49100" y="4686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110" name="header-underline">
            <a:extLst xmlns:a="http://schemas.openxmlformats.org/drawingml/2006/main">
              <a:ext uri="{FF2B5EF4-FFF2-40B4-BE49-F238E27FC236}">
                <a16:creationId xmlns:a16="http://schemas.microsoft.com/office/drawing/2014/main" id="{5ACE1EFD-CADE-4933-B386-C20FBBA0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124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EBABC"/>
            </a:solidFill>
            <a:prstDash val="solid"/>
          </a:ln>
        </p:spPr>
      </p:sp>
      <p:sp>
        <p:nvSpPr>
          <p:cNvPr id="111" name="bottom-col-target">
            <a:extLst xmlns:a="http://schemas.openxmlformats.org/drawingml/2006/main">
              <a:ext uri="{FF2B5EF4-FFF2-40B4-BE49-F238E27FC236}">
                <a16:creationId xmlns:a16="http://schemas.microsoft.com/office/drawing/2014/main" id="{DC00667D-B347-4CCE-A8AA-475AF00A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62875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2" name="bottom-col-failure">
            <a:extLst xmlns:a="http://schemas.openxmlformats.org/drawingml/2006/main">
              <a:ext uri="{FF2B5EF4-FFF2-40B4-BE49-F238E27FC236}">
                <a16:creationId xmlns:a16="http://schemas.microsoft.com/office/drawing/2014/main" id="{DE94C0C9-AECF-42B9-B468-A79BE57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44300" y="462915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13" name="instruction-row-1">
            <a:extLst xmlns:a="http://schemas.openxmlformats.org/drawingml/2006/main">
              <a:ext uri="{FF2B5EF4-FFF2-40B4-BE49-F238E27FC236}">
                <a16:creationId xmlns:a16="http://schemas.microsoft.com/office/drawing/2014/main" id="{6D90BA16-5379-4195-81EB-3A77F8B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instruction-row-2">
            <a:extLst xmlns:a="http://schemas.openxmlformats.org/drawingml/2006/main">
              <a:ext uri="{FF2B5EF4-FFF2-40B4-BE49-F238E27FC236}">
                <a16:creationId xmlns:a16="http://schemas.microsoft.com/office/drawing/2014/main" id="{ABD16FA7-A01C-4B8D-94D9-4AD8850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113157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instruction-row-1-accent">
            <a:extLst xmlns:a="http://schemas.openxmlformats.org/drawingml/2006/main">
              <a:ext uri="{FF2B5EF4-FFF2-40B4-BE49-F238E27FC236}">
                <a16:creationId xmlns:a16="http://schemas.microsoft.com/office/drawing/2014/main" id="{746D3E05-B010-4B77-83AF-1C2CF37F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5181600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instruction-row-2-accent">
            <a:extLst xmlns:a="http://schemas.openxmlformats.org/drawingml/2006/main">
              <a:ext uri="{FF2B5EF4-FFF2-40B4-BE49-F238E27FC236}">
                <a16:creationId xmlns:a16="http://schemas.microsoft.com/office/drawing/2014/main" id="{89308C80-AE12-4576-836C-0BE55936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" y="6124575"/>
            <a:ext cx="666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row-1-index">
            <a:extLst xmlns:a="http://schemas.openxmlformats.org/drawingml/2006/main">
              <a:ext uri="{FF2B5EF4-FFF2-40B4-BE49-F238E27FC236}">
                <a16:creationId xmlns:a16="http://schemas.microsoft.com/office/drawing/2014/main" id="{FE887D87-7B6A-4933-89CE-BD5058B6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43525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8" name="row-1-text">
            <a:extLst xmlns:a="http://schemas.openxmlformats.org/drawingml/2006/main">
              <a:ext uri="{FF2B5EF4-FFF2-40B4-BE49-F238E27FC236}">
                <a16:creationId xmlns:a16="http://schemas.microsoft.com/office/drawing/2014/main" id="{42BE7952-795D-412C-9E49-BB9C2BA8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52768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mailbox, then reply to it.</a:t>
            </a:r>
          </a:p>
        </p:txBody>
      </p:sp>
      <p:sp>
        <p:nvSpPr>
          <p:cNvPr id="119" name="row-1-target">
            <a:extLst xmlns:a="http://schemas.openxmlformats.org/drawingml/2006/main">
              <a:ext uri="{FF2B5EF4-FFF2-40B4-BE49-F238E27FC236}">
                <a16:creationId xmlns:a16="http://schemas.microsoft.com/office/drawing/2014/main" id="{8238EAD5-45B4-4F4C-99DC-88245EF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391150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120" name="row-2-index">
            <a:extLst xmlns:a="http://schemas.openxmlformats.org/drawingml/2006/main">
              <a:ext uri="{FF2B5EF4-FFF2-40B4-BE49-F238E27FC236}">
                <a16:creationId xmlns:a16="http://schemas.microsoft.com/office/drawing/2014/main" id="{F976966E-A73E-4024-A37B-44FAD8F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28650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21" name="row-2-text">
            <a:extLst xmlns:a="http://schemas.openxmlformats.org/drawingml/2006/main">
              <a:ext uri="{FF2B5EF4-FFF2-40B4-BE49-F238E27FC236}">
                <a16:creationId xmlns:a16="http://schemas.microsoft.com/office/drawing/2014/main" id="{FB70A889-9119-4ED2-8A92-AD54B24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6219825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defRPr sz="1875" b="0" i="0">
                <a:solidFill>
                  <a:srgbClr val="25323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53238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122" name="row-2-target">
            <a:extLst xmlns:a="http://schemas.openxmlformats.org/drawingml/2006/main">
              <a:ext uri="{FF2B5EF4-FFF2-40B4-BE49-F238E27FC236}">
                <a16:creationId xmlns:a16="http://schemas.microsoft.com/office/drawing/2014/main" id="{51C5EB52-4AF6-4668-8266-7A7C4A5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6334125"/>
            <a:ext cx="316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123" name="rows-divider">
            <a:extLst xmlns:a="http://schemas.openxmlformats.org/drawingml/2006/main">
              <a:ext uri="{FF2B5EF4-FFF2-40B4-BE49-F238E27FC236}">
                <a16:creationId xmlns:a16="http://schemas.microsoft.com/office/drawing/2014/main" id="{A1F0C41C-A3E2-4658-AF5B-71AA7230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086475"/>
            <a:ext cx="1131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EBABC"/>
            </a:solidFill>
            <a:prstDash val="solid"/>
          </a:ln>
        </p:spPr>
      </p:sp>
      <p:sp>
        <p:nvSpPr>
          <p:cNvPr id="124" name="failure-1-from">
            <a:extLst xmlns:a="http://schemas.openxmlformats.org/drawingml/2006/main">
              <a:ext uri="{FF2B5EF4-FFF2-40B4-BE49-F238E27FC236}">
                <a16:creationId xmlns:a16="http://schemas.microsoft.com/office/drawing/2014/main" id="{69A156AD-8F47-46CC-8D8E-122CBB2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8E4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5" name="failure-1-from-label">
            <a:extLst xmlns:a="http://schemas.openxmlformats.org/drawingml/2006/main">
              <a:ext uri="{FF2B5EF4-FFF2-40B4-BE49-F238E27FC236}">
                <a16:creationId xmlns:a16="http://schemas.microsoft.com/office/drawing/2014/main" id="{ED77B2E3-C7B8-4CBD-A074-A28D9FEE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6" name="failure-1-arrow">
            <a:extLst xmlns:a="http://schemas.openxmlformats.org/drawingml/2006/main">
              <a:ext uri="{FF2B5EF4-FFF2-40B4-BE49-F238E27FC236}">
                <a16:creationId xmlns:a16="http://schemas.microsoft.com/office/drawing/2014/main" id="{75E50278-9D28-4237-886D-5FEA2C70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95925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D4E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failure-1-to">
            <a:extLst xmlns:a="http://schemas.openxmlformats.org/drawingml/2006/main">
              <a:ext uri="{FF2B5EF4-FFF2-40B4-BE49-F238E27FC236}">
                <a16:creationId xmlns:a16="http://schemas.microsoft.com/office/drawing/2014/main" id="{794A1CE5-F1FD-44B2-BEC4-994F4D72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53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BD4E4A"/>
            </a:solidFill>
            <a:prstDash val="solid"/>
          </a:ln>
        </p:spPr>
      </p:sp>
      <p:sp>
        <p:nvSpPr>
          <p:cNvPr id="128" name="failure-1-to-label">
            <a:extLst xmlns:a="http://schemas.openxmlformats.org/drawingml/2006/main">
              <a:ext uri="{FF2B5EF4-FFF2-40B4-BE49-F238E27FC236}">
                <a16:creationId xmlns:a16="http://schemas.microsoft.com/office/drawing/2014/main" id="{15B9B302-0B58-4564-A4F3-B3535CA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5372100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9" name="failure-1-label">
            <a:extLst xmlns:a="http://schemas.openxmlformats.org/drawingml/2006/main">
              <a:ext uri="{FF2B5EF4-FFF2-40B4-BE49-F238E27FC236}">
                <a16:creationId xmlns:a16="http://schemas.microsoft.com/office/drawing/2014/main" id="{14839189-45FD-4F91-BAAD-64B71373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5305425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BD4E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D4E4A"/>
                </a:solidFill>
                <a:latin typeface="Arial"/>
                <a:ea typeface="Arial"/>
                <a:cs typeface="Arial"/>
              </a:rPr>
              <a:t>re-resolution</a:t>
            </a:r>
          </a:p>
        </p:txBody>
      </p:sp>
      <p:sp>
        <p:nvSpPr>
          <p:cNvPr id="130" name="failure-2-from">
            <a:extLst xmlns:a="http://schemas.openxmlformats.org/drawingml/2006/main">
              <a:ext uri="{FF2B5EF4-FFF2-40B4-BE49-F238E27FC236}">
                <a16:creationId xmlns:a16="http://schemas.microsoft.com/office/drawing/2014/main" id="{92AD4E61-7164-4312-806E-26B5864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F0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1" name="failure-2-from-label">
            <a:extLst xmlns:a="http://schemas.openxmlformats.org/drawingml/2006/main">
              <a:ext uri="{FF2B5EF4-FFF2-40B4-BE49-F238E27FC236}">
                <a16:creationId xmlns:a16="http://schemas.microsoft.com/office/drawing/2014/main" id="{651CC8B4-5B46-4B7F-9620-65DCFA4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2" name="failure-2-arrow">
            <a:extLst xmlns:a="http://schemas.openxmlformats.org/drawingml/2006/main">
              <a:ext uri="{FF2B5EF4-FFF2-40B4-BE49-F238E27FC236}">
                <a16:creationId xmlns:a16="http://schemas.microsoft.com/office/drawing/2014/main" id="{5635E860-4EFF-4A8E-A95C-30FEE7B5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6438900"/>
            <a:ext cx="6286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86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failure-2-to">
            <a:extLst xmlns:a="http://schemas.openxmlformats.org/drawingml/2006/main">
              <a:ext uri="{FF2B5EF4-FFF2-40B4-BE49-F238E27FC236}">
                <a16:creationId xmlns:a16="http://schemas.microsoft.com/office/drawing/2014/main" id="{0F9475D6-0B8B-4768-AD75-4AE0F8B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296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78681"/>
            </a:solidFill>
            <a:prstDash val="solid"/>
          </a:ln>
        </p:spPr>
      </p:sp>
      <p:sp>
        <p:nvSpPr>
          <p:cNvPr id="134" name="failure-2-to-label">
            <a:extLst xmlns:a="http://schemas.openxmlformats.org/drawingml/2006/main">
              <a:ext uri="{FF2B5EF4-FFF2-40B4-BE49-F238E27FC236}">
                <a16:creationId xmlns:a16="http://schemas.microsoft.com/office/drawing/2014/main" id="{9094C2FB-6369-4489-8B9E-B8A2FCBB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6315075"/>
            <a:ext cx="514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5" name="failure-2-label">
            <a:extLst xmlns:a="http://schemas.openxmlformats.org/drawingml/2006/main">
              <a:ext uri="{FF2B5EF4-FFF2-40B4-BE49-F238E27FC236}">
                <a16:creationId xmlns:a16="http://schemas.microsoft.com/office/drawing/2014/main" id="{986E3384-D65F-47E3-9D7D-59BAFC28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3150" y="6248400"/>
            <a:ext cx="118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Incorrect</a:t>
            </a:r>
          </a:p>
          <a:p xmlns:a="http://schemas.openxmlformats.org/drawingml/2006/main">
            <a:pPr algn="ctr">
              <a:defRPr sz="1500" b="1" i="0">
                <a:solidFill>
                  <a:srgbClr val="27868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8681"/>
                </a:solidFill>
                <a:latin typeface="Arial"/>
                <a:ea typeface="Arial"/>
                <a:cs typeface="Arial"/>
              </a:rPr>
              <a:t>early lock</a:t>
            </a:r>
          </a:p>
        </p:txBody>
      </p:sp>
      <p:sp>
        <p:nvSpPr>
          <p:cNvPr id="136" name="bottom-rule-final">
            <a:extLst xmlns:a="http://schemas.openxmlformats.org/drawingml/2006/main">
              <a:ext uri="{FF2B5EF4-FFF2-40B4-BE49-F238E27FC236}">
                <a16:creationId xmlns:a16="http://schemas.microsoft.com/office/drawing/2014/main" id="{14D51B26-0EBC-4F4C-BBD1-DA04DA76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70294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4B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941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2026-07-28T08:02:02.1400000Z</dcterms:created>
  <dcterms:modified xsi:type="dcterms:W3CDTF">2026-07-28T08:02:02.1410000Z</dcterms:modified>
</coreProperties>
</file>