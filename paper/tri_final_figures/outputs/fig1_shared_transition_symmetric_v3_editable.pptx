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a22eca11be4ba1" /><Relationship Type="http://schemas.openxmlformats.org/officeDocument/2006/relationships/extended-properties" Target="/docProps/app.xml" Id="Ra60d0b10425941e7" /><Relationship Type="http://schemas.openxmlformats.org/officeDocument/2006/relationships/officeDocument" Target="/ppt/presentation.xml" Id="R64b31e4caae74d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2953bec05d4964"/>
  </p:sldMasterIdLst>
  <p:notesMasterIdLst>
    <p:notesMasterId xmlns:r="http://schemas.openxmlformats.org/officeDocument/2006/relationships" r:id="R92ae537a520d495e"/>
  </p:notesMasterIdLst>
  <p:sldIdLst>
    <p:sldId xmlns:r="http://schemas.openxmlformats.org/officeDocument/2006/relationships" id="256" r:id="Rd1b3722fb7f940ef"/>
  </p:sldIdLst>
  <p:sldSz cx="15240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51a0b524a74861" /><Relationship Type="http://schemas.openxmlformats.org/officeDocument/2006/relationships/slideMaster" Target="/ppt/slideMasters/slideMaster1.xml" Id="Rda2953bec05d4964" /><Relationship Type="http://schemas.openxmlformats.org/officeDocument/2006/relationships/notesMaster" Target="/ppt/notesMasters/notesMaster1.xml" Id="R92ae537a520d495e" /><Relationship Type="http://schemas.openxmlformats.org/officeDocument/2006/relationships/presProps" Target="/ppt/presProps.xml" Id="R828dd55328744465" /><Relationship Type="http://schemas.openxmlformats.org/officeDocument/2006/relationships/tableStyles" Target="/ppt/tableStyles.xml" Id="R6a460cc21b6c469d" /><Relationship Type="http://schemas.openxmlformats.org/officeDocument/2006/relationships/slide" Target="/ppt/slides/slide1.xml" Id="Rd1b3722fb7f940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9359c0f7aa42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2bc56fe9b34c3d" /><Relationship Type="http://schemas.openxmlformats.org/officeDocument/2006/relationships/notesMaster" Target="/ppt/notesMasters/notesMaster1.xml" Id="R078c1b7bbade48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cc63161efb4c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2c7990813a41d8" /><Relationship Type="http://schemas.openxmlformats.org/officeDocument/2006/relationships/slideLayout" Target="/ppt/slideLayouts/slideLayout1.xml" Id="R756ad380e86348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6ad380e86348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315afe4644c46" /><Relationship Type="http://schemas.openxmlformats.org/officeDocument/2006/relationships/notesSlide" Target="/ppt/notesSlides/notesSlide1.xml" Id="Ra7e234c0a38243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transition-panel">
            <a:extLst xmlns:a="http://schemas.openxmlformats.org/drawingml/2006/main">
              <a:ext uri="{FF2B5EF4-FFF2-40B4-BE49-F238E27FC236}">
                <a16:creationId xmlns:a16="http://schemas.microsoft.com/office/drawing/2014/main" id="{1C0A1475-B8D0-4CD0-9129-C8A3991A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9550"/>
            <a:ext cx="729615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7F9F9"/>
          </a:solidFill>
          <a:ln xmlns:a="http://schemas.openxmlformats.org/drawingml/2006/main" w="23813">
            <a:solidFill>
              <a:srgbClr val="B9C3C5"/>
            </a:solidFill>
            <a:prstDash val="solid"/>
          </a:ln>
        </p:spPr>
      </p:sp>
      <p:sp>
        <p:nvSpPr>
          <p:cNvPr id="2" name="control-panel">
            <a:extLst xmlns:a="http://schemas.openxmlformats.org/drawingml/2006/main">
              <a:ext uri="{FF2B5EF4-FFF2-40B4-BE49-F238E27FC236}">
                <a16:creationId xmlns:a16="http://schemas.microsoft.com/office/drawing/2014/main" id="{81673E5D-3B59-4C41-AACD-5DD7490F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"/>
            <a:ext cx="729615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7F9F9"/>
          </a:solidFill>
          <a:ln xmlns:a="http://schemas.openxmlformats.org/drawingml/2006/main" w="23813">
            <a:solidFill>
              <a:srgbClr val="B9C3C5"/>
            </a:solidFill>
            <a:prstDash val="solid"/>
          </a:ln>
        </p:spPr>
      </p:sp>
      <p:sp>
        <p:nvSpPr>
          <p:cNvPr id="3" name="transition-header">
            <a:extLst xmlns:a="http://schemas.openxmlformats.org/drawingml/2006/main">
              <a:ext uri="{FF2B5EF4-FFF2-40B4-BE49-F238E27FC236}">
                <a16:creationId xmlns:a16="http://schemas.microsoft.com/office/drawing/2014/main" id="{4EC158FB-A645-4534-AED1-CC74CF40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9550"/>
            <a:ext cx="7296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trol-header">
            <a:extLst xmlns:a="http://schemas.openxmlformats.org/drawingml/2006/main">
              <a:ext uri="{FF2B5EF4-FFF2-40B4-BE49-F238E27FC236}">
                <a16:creationId xmlns:a16="http://schemas.microsoft.com/office/drawing/2014/main" id="{00D9F080-577A-456C-AF9C-E2A40316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"/>
            <a:ext cx="7296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ransition-header-text">
            <a:extLst xmlns:a="http://schemas.openxmlformats.org/drawingml/2006/main">
              <a:ext uri="{FF2B5EF4-FFF2-40B4-BE49-F238E27FC236}">
                <a16:creationId xmlns:a16="http://schemas.microsoft.com/office/drawing/2014/main" id="{EFCF5974-6B8C-44B5-B49F-92BC5A67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 STATE TRANSITION</a:t>
            </a:r>
          </a:p>
        </p:txBody>
      </p:sp>
      <p:sp>
        <p:nvSpPr>
          <p:cNvPr id="6" name="control-header-text">
            <a:extLst xmlns:a="http://schemas.openxmlformats.org/drawingml/2006/main">
              <a:ext uri="{FF2B5EF4-FFF2-40B4-BE49-F238E27FC236}">
                <a16:creationId xmlns:a16="http://schemas.microsoft.com/office/drawing/2014/main" id="{849300E5-F6B2-49B1-9145-9BE2B910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5750"/>
            <a:ext cx="643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REFERENTIAL CONTROL STATE</a:t>
            </a:r>
          </a:p>
        </p:txBody>
      </p:sp>
      <p:sp>
        <p:nvSpPr>
          <p:cNvPr id="7" name="email-a-back-2">
            <a:extLst xmlns:a="http://schemas.openxmlformats.org/drawingml/2006/main">
              <a:ext uri="{FF2B5EF4-FFF2-40B4-BE49-F238E27FC236}">
                <a16:creationId xmlns:a16="http://schemas.microsoft.com/office/drawing/2014/main" id="{606CE0E8-70F9-49FF-A45D-35972C36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76300"/>
            <a:ext cx="1676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3C5"/>
            </a:solidFill>
            <a:prstDash val="solid"/>
          </a:ln>
        </p:spPr>
      </p:sp>
      <p:sp>
        <p:nvSpPr>
          <p:cNvPr id="8" name="email-a-back-1">
            <a:extLst xmlns:a="http://schemas.openxmlformats.org/drawingml/2006/main">
              <a:ext uri="{FF2B5EF4-FFF2-40B4-BE49-F238E27FC236}">
                <a16:creationId xmlns:a16="http://schemas.microsoft.com/office/drawing/2014/main" id="{2A1680FC-EA56-42DE-A0FE-64F13DBE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90600"/>
            <a:ext cx="1676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3C5"/>
            </a:solidFill>
            <a:prstDash val="solid"/>
          </a:ln>
        </p:spPr>
      </p:sp>
      <p:sp>
        <p:nvSpPr>
          <p:cNvPr id="9" name="email-a-front">
            <a:extLst xmlns:a="http://schemas.openxmlformats.org/drawingml/2006/main">
              <a:ext uri="{FF2B5EF4-FFF2-40B4-BE49-F238E27FC236}">
                <a16:creationId xmlns:a16="http://schemas.microsoft.com/office/drawing/2014/main" id="{060208A4-8CDB-4ADA-A925-70A981BE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04900"/>
            <a:ext cx="1676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B94D49"/>
            </a:solidFill>
            <a:prstDash val="solid"/>
          </a:ln>
        </p:spPr>
      </p:sp>
      <p:sp>
        <p:nvSpPr>
          <p:cNvPr id="10" name="email-a-accent">
            <a:extLst xmlns:a="http://schemas.openxmlformats.org/drawingml/2006/main">
              <a:ext uri="{FF2B5EF4-FFF2-40B4-BE49-F238E27FC236}">
                <a16:creationId xmlns:a16="http://schemas.microsoft.com/office/drawing/2014/main" id="{819D2667-4E29-4327-89AC-92DCA4DA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114425"/>
            <a:ext cx="16573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mail-a-fold-left">
            <a:extLst xmlns:a="http://schemas.openxmlformats.org/drawingml/2006/main">
              <a:ext uri="{FF2B5EF4-FFF2-40B4-BE49-F238E27FC236}">
                <a16:creationId xmlns:a16="http://schemas.microsoft.com/office/drawing/2014/main" id="{47F952BC-4712-45AF-B34C-44721C2B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0600" y="1295400"/>
            <a:ext cx="742950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C3C5"/>
            </a:solidFill>
            <a:prstDash val="solid"/>
          </a:ln>
        </p:spPr>
      </p:sp>
      <p:sp>
        <p:nvSpPr>
          <p:cNvPr id="12" name="email-a-fold-right">
            <a:extLst xmlns:a="http://schemas.openxmlformats.org/drawingml/2006/main">
              <a:ext uri="{FF2B5EF4-FFF2-40B4-BE49-F238E27FC236}">
                <a16:creationId xmlns:a16="http://schemas.microsoft.com/office/drawing/2014/main" id="{00AFBE0C-100D-462D-AC96-83FBFF13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733550" y="1295400"/>
            <a:ext cx="742950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C3C5"/>
            </a:solidFill>
            <a:prstDash val="solid"/>
          </a:ln>
        </p:spPr>
      </p:sp>
      <p:sp>
        <p:nvSpPr>
          <p:cNvPr id="13" name="email-a-label">
            <a:extLst xmlns:a="http://schemas.openxmlformats.org/drawingml/2006/main">
              <a:ext uri="{FF2B5EF4-FFF2-40B4-BE49-F238E27FC236}">
                <a16:creationId xmlns:a16="http://schemas.microsoft.com/office/drawing/2014/main" id="{FB231827-33A0-4D01-B470-566880E8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28750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28343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8343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" name="email-b-back-2">
            <a:extLst xmlns:a="http://schemas.openxmlformats.org/drawingml/2006/main">
              <a:ext uri="{FF2B5EF4-FFF2-40B4-BE49-F238E27FC236}">
                <a16:creationId xmlns:a16="http://schemas.microsoft.com/office/drawing/2014/main" id="{6EDC9811-F488-4329-AB6D-39701A67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76300"/>
            <a:ext cx="1676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3C5"/>
            </a:solidFill>
            <a:prstDash val="solid"/>
          </a:ln>
        </p:spPr>
      </p:sp>
      <p:sp>
        <p:nvSpPr>
          <p:cNvPr id="15" name="email-b-back-1">
            <a:extLst xmlns:a="http://schemas.openxmlformats.org/drawingml/2006/main">
              <a:ext uri="{FF2B5EF4-FFF2-40B4-BE49-F238E27FC236}">
                <a16:creationId xmlns:a16="http://schemas.microsoft.com/office/drawing/2014/main" id="{4A1776BE-1605-45B1-BB63-D8420B29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990600"/>
            <a:ext cx="1676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3C5"/>
            </a:solidFill>
            <a:prstDash val="solid"/>
          </a:ln>
        </p:spPr>
      </p:sp>
      <p:sp>
        <p:nvSpPr>
          <p:cNvPr id="16" name="email-b-front">
            <a:extLst xmlns:a="http://schemas.openxmlformats.org/drawingml/2006/main">
              <a:ext uri="{FF2B5EF4-FFF2-40B4-BE49-F238E27FC236}">
                <a16:creationId xmlns:a16="http://schemas.microsoft.com/office/drawing/2014/main" id="{7F96EF18-88D3-4E3C-8DE8-014DC01F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104900"/>
            <a:ext cx="1676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D7F7B"/>
            </a:solidFill>
            <a:prstDash val="solid"/>
          </a:ln>
        </p:spPr>
      </p:sp>
      <p:sp>
        <p:nvSpPr>
          <p:cNvPr id="17" name="email-b-accent">
            <a:extLst xmlns:a="http://schemas.openxmlformats.org/drawingml/2006/main">
              <a:ext uri="{FF2B5EF4-FFF2-40B4-BE49-F238E27FC236}">
                <a16:creationId xmlns:a16="http://schemas.microsoft.com/office/drawing/2014/main" id="{2E1DB2CC-0EDF-47C5-9D36-ADB82083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114425"/>
            <a:ext cx="16573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mail-b-fold-left">
            <a:extLst xmlns:a="http://schemas.openxmlformats.org/drawingml/2006/main">
              <a:ext uri="{FF2B5EF4-FFF2-40B4-BE49-F238E27FC236}">
                <a16:creationId xmlns:a16="http://schemas.microsoft.com/office/drawing/2014/main" id="{6F7922BD-A547-4891-BAF6-471ED724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10150" y="1295400"/>
            <a:ext cx="742950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C3C5"/>
            </a:solidFill>
            <a:prstDash val="solid"/>
          </a:ln>
        </p:spPr>
      </p:sp>
      <p:sp>
        <p:nvSpPr>
          <p:cNvPr id="19" name="email-b-fold-right">
            <a:extLst xmlns:a="http://schemas.openxmlformats.org/drawingml/2006/main">
              <a:ext uri="{FF2B5EF4-FFF2-40B4-BE49-F238E27FC236}">
                <a16:creationId xmlns:a16="http://schemas.microsoft.com/office/drawing/2014/main" id="{74B1181F-DB29-4337-BB76-97E7C920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753100" y="1295400"/>
            <a:ext cx="742950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C3C5"/>
            </a:solidFill>
            <a:prstDash val="solid"/>
          </a:ln>
        </p:spPr>
      </p:sp>
      <p:sp>
        <p:nvSpPr>
          <p:cNvPr id="20" name="email-b-label">
            <a:extLst xmlns:a="http://schemas.openxmlformats.org/drawingml/2006/main">
              <a:ext uri="{FF2B5EF4-FFF2-40B4-BE49-F238E27FC236}">
                <a16:creationId xmlns:a16="http://schemas.microsoft.com/office/drawing/2014/main" id="{788E2D38-8B93-4B1C-9047-97A27F7A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28750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28343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8343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1" name="refresh-arrow">
            <a:extLst xmlns:a="http://schemas.openxmlformats.org/drawingml/2006/main">
              <a:ext uri="{FF2B5EF4-FFF2-40B4-BE49-F238E27FC236}">
                <a16:creationId xmlns:a16="http://schemas.microsoft.com/office/drawing/2014/main" id="{F95FD2D2-8FC8-4E83-B663-CB1C900A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381125"/>
            <a:ext cx="169545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A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fresh-label">
            <a:extLst xmlns:a="http://schemas.openxmlformats.org/drawingml/2006/main">
              <a:ext uri="{FF2B5EF4-FFF2-40B4-BE49-F238E27FC236}">
                <a16:creationId xmlns:a16="http://schemas.microsoft.com/office/drawing/2014/main" id="{33699848-1001-4ACE-B20C-52A6227A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1049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66899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66899D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23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217AE575-E842-437D-9DD8-A2FE2DFF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5742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28343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8343A"/>
                </a:solidFill>
                <a:latin typeface="Arial"/>
                <a:ea typeface="Arial"/>
                <a:cs typeface="Arial"/>
              </a:rPr>
              <a:t>Before refresh</a:t>
            </a:r>
          </a:p>
          <a:p xmlns:a="http://schemas.openxmlformats.org/drawingml/2006/main">
            <a:pPr algn="ctr">
              <a:defRPr sz="1875" b="0" i="0">
                <a:solidFill>
                  <a:srgbClr val="28343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8343A"/>
                </a:solidFill>
                <a:latin typeface="Arial"/>
                <a:ea typeface="Arial"/>
                <a:cs typeface="Arial"/>
              </a:rPr>
              <a:t>A is highest priority</a:t>
            </a:r>
          </a:p>
        </p:txBody>
      </p:sp>
      <p:sp>
        <p:nvSpPr>
          <p:cNvPr id="24" name="after-label">
            <a:extLst xmlns:a="http://schemas.openxmlformats.org/drawingml/2006/main">
              <a:ext uri="{FF2B5EF4-FFF2-40B4-BE49-F238E27FC236}">
                <a16:creationId xmlns:a16="http://schemas.microsoft.com/office/drawing/2014/main" id="{24C00C20-013B-4645-865B-C3F85614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5742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28343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8343A"/>
                </a:solidFill>
                <a:latin typeface="Arial"/>
                <a:ea typeface="Arial"/>
                <a:cs typeface="Arial"/>
              </a:rPr>
              <a:t>After refresh</a:t>
            </a:r>
          </a:p>
          <a:p xmlns:a="http://schemas.openxmlformats.org/drawingml/2006/main">
            <a:pPr algn="ctr">
              <a:defRPr sz="1875" b="0" i="0">
                <a:solidFill>
                  <a:srgbClr val="28343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8343A"/>
                </a:solidFill>
                <a:latin typeface="Arial"/>
                <a:ea typeface="Arial"/>
                <a:cs typeface="Arial"/>
              </a:rPr>
              <a:t>B is highest priority</a:t>
            </a:r>
          </a:p>
        </p:txBody>
      </p:sp>
      <p:sp>
        <p:nvSpPr>
          <p:cNvPr id="25" name="snapshot-strip">
            <a:extLst xmlns:a="http://schemas.openxmlformats.org/drawingml/2006/main">
              <a:ext uri="{FF2B5EF4-FFF2-40B4-BE49-F238E27FC236}">
                <a16:creationId xmlns:a16="http://schemas.microsoft.com/office/drawing/2014/main" id="{79A6DCEF-F75B-4A4E-820A-3754E773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634365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E5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napshot-strip-label">
            <a:extLst xmlns:a="http://schemas.openxmlformats.org/drawingml/2006/main">
              <a:ext uri="{FF2B5EF4-FFF2-40B4-BE49-F238E27FC236}">
                <a16:creationId xmlns:a16="http://schemas.microsoft.com/office/drawing/2014/main" id="{C939E980-8186-4724-89DA-4878C7E2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19400"/>
            <a:ext cx="575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D7F7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7F7B"/>
                </a:solidFill>
                <a:latin typeface="Arial"/>
                <a:ea typeface="Arial"/>
                <a:cs typeface="Arial"/>
              </a:rPr>
              <a:t>Both snapshots and stable IDs remain available</a:t>
            </a:r>
          </a:p>
        </p:txBody>
      </p:sp>
      <p:sp>
        <p:nvSpPr>
          <p:cNvPr id="27" name="bound-surface">
            <a:extLst xmlns:a="http://schemas.openxmlformats.org/drawingml/2006/main">
              <a:ext uri="{FF2B5EF4-FFF2-40B4-BE49-F238E27FC236}">
                <a16:creationId xmlns:a16="http://schemas.microsoft.com/office/drawing/2014/main" id="{99F6D4EA-3B4F-4481-B2B6-50C152C1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942975"/>
            <a:ext cx="6191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B9C3C5"/>
            </a:solidFill>
            <a:prstDash val="solid"/>
          </a:ln>
        </p:spPr>
      </p:sp>
      <p:sp>
        <p:nvSpPr>
          <p:cNvPr id="28" name="bound-icon-bed">
            <a:extLst xmlns:a="http://schemas.openxmlformats.org/drawingml/2006/main">
              <a:ext uri="{FF2B5EF4-FFF2-40B4-BE49-F238E27FC236}">
                <a16:creationId xmlns:a16="http://schemas.microsoft.com/office/drawing/2014/main" id="{DAC827FB-A5C8-4531-948B-6D35F641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085850"/>
            <a:ext cx="5905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E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und-icon-shackle">
            <a:extLst xmlns:a="http://schemas.openxmlformats.org/drawingml/2006/main">
              <a:ext uri="{FF2B5EF4-FFF2-40B4-BE49-F238E27FC236}">
                <a16:creationId xmlns:a16="http://schemas.microsoft.com/office/drawing/2014/main" id="{9EA46EB3-5B72-441C-B417-F8059657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04900"/>
            <a:ext cx="323850" cy="3238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94D49"/>
            </a:solidFill>
            <a:prstDash val="solid"/>
          </a:ln>
        </p:spPr>
      </p:sp>
      <p:sp>
        <p:nvSpPr>
          <p:cNvPr id="30" name="bound-icon-body">
            <a:extLst xmlns:a="http://schemas.openxmlformats.org/drawingml/2006/main">
              <a:ext uri="{FF2B5EF4-FFF2-40B4-BE49-F238E27FC236}">
                <a16:creationId xmlns:a16="http://schemas.microsoft.com/office/drawing/2014/main" id="{0ED35C5D-3A71-43D9-93AD-23412E65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314450"/>
            <a:ext cx="4191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B94D49"/>
          </a:solidFill>
          <a:ln xmlns:a="http://schemas.openxmlformats.org/drawingml/2006/main" w="9525">
            <a:solidFill>
              <a:srgbClr val="B94D49"/>
            </a:solidFill>
            <a:prstDash val="solid"/>
          </a:ln>
        </p:spPr>
      </p:sp>
      <p:sp>
        <p:nvSpPr>
          <p:cNvPr id="31" name="bound-icon-keyhole-dot">
            <a:extLst xmlns:a="http://schemas.openxmlformats.org/drawingml/2006/main">
              <a:ext uri="{FF2B5EF4-FFF2-40B4-BE49-F238E27FC236}">
                <a16:creationId xmlns:a16="http://schemas.microsoft.com/office/drawing/2014/main" id="{EAFC91BC-4FEB-474D-9FD8-AFCC57F5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400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ound-icon-keyhole-stem">
            <a:extLst xmlns:a="http://schemas.openxmlformats.org/drawingml/2006/main">
              <a:ext uri="{FF2B5EF4-FFF2-40B4-BE49-F238E27FC236}">
                <a16:creationId xmlns:a16="http://schemas.microsoft.com/office/drawing/2014/main" id="{D3792D1E-8024-4754-8AF6-53D05AA4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466850"/>
            <a:ext cx="38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ound-title">
            <a:extLst xmlns:a="http://schemas.openxmlformats.org/drawingml/2006/main">
              <a:ext uri="{FF2B5EF4-FFF2-40B4-BE49-F238E27FC236}">
                <a16:creationId xmlns:a16="http://schemas.microsoft.com/office/drawing/2014/main" id="{C4A4E79B-0ABA-4DD4-BBAC-23F201C7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047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B94D4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94D49"/>
                </a:solidFill>
                <a:latin typeface="Arial"/>
                <a:ea typeface="Arial"/>
                <a:cs typeface="Arial"/>
              </a:rPr>
              <a:t>BOUND BEFORE REFRESH</a:t>
            </a:r>
          </a:p>
        </p:txBody>
      </p:sp>
      <p:sp>
        <p:nvSpPr>
          <p:cNvPr id="34" name="bound-subtitle">
            <a:extLst xmlns:a="http://schemas.openxmlformats.org/drawingml/2006/main">
              <a:ext uri="{FF2B5EF4-FFF2-40B4-BE49-F238E27FC236}">
                <a16:creationId xmlns:a16="http://schemas.microsoft.com/office/drawing/2014/main" id="{343C4961-269D-454D-ADD5-BD2BED86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90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“it” retains the committed entity</a:t>
            </a:r>
          </a:p>
        </p:txBody>
      </p:sp>
      <p:sp>
        <p:nvSpPr>
          <p:cNvPr id="35" name="bound-divider">
            <a:extLst xmlns:a="http://schemas.openxmlformats.org/drawingml/2006/main">
              <a:ext uri="{FF2B5EF4-FFF2-40B4-BE49-F238E27FC236}">
                <a16:creationId xmlns:a16="http://schemas.microsoft.com/office/drawing/2014/main" id="{3A4D3052-CDB3-4C91-83C9-B1A92AA8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25450" y="10668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C3C5"/>
            </a:solidFill>
            <a:prstDash val="solid"/>
          </a:ln>
        </p:spPr>
      </p:sp>
      <p:sp>
        <p:nvSpPr>
          <p:cNvPr id="36" name="bound-correct">
            <a:extLst xmlns:a="http://schemas.openxmlformats.org/drawingml/2006/main">
              <a:ext uri="{FF2B5EF4-FFF2-40B4-BE49-F238E27FC236}">
                <a16:creationId xmlns:a16="http://schemas.microsoft.com/office/drawing/2014/main" id="{1CA30818-8A30-4D02-B5CB-63445629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10668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correct</a:t>
            </a:r>
          </a:p>
        </p:txBody>
      </p:sp>
      <p:sp>
        <p:nvSpPr>
          <p:cNvPr id="37" name="bound-target">
            <a:extLst xmlns:a="http://schemas.openxmlformats.org/drawingml/2006/main">
              <a:ext uri="{FF2B5EF4-FFF2-40B4-BE49-F238E27FC236}">
                <a16:creationId xmlns:a16="http://schemas.microsoft.com/office/drawing/2014/main" id="{9D4B5AE3-75BF-4A8D-A296-6A3712E6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130492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137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B94D49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B94D49"/>
                </a:solidFill>
                <a:latin typeface="Arial"/>
                <a:ea typeface="Arial"/>
                <a:cs typeface="Arial"/>
              </a:rPr>
              <a:t>Email A</a:t>
            </a:r>
          </a:p>
        </p:txBody>
      </p:sp>
      <p:sp>
        <p:nvSpPr>
          <p:cNvPr id="38" name="deferred-surface">
            <a:extLst xmlns:a="http://schemas.openxmlformats.org/drawingml/2006/main">
              <a:ext uri="{FF2B5EF4-FFF2-40B4-BE49-F238E27FC236}">
                <a16:creationId xmlns:a16="http://schemas.microsoft.com/office/drawing/2014/main" id="{D19E7B94-9C24-43A3-9CFF-CE199533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71675"/>
            <a:ext cx="6191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B9C3C5"/>
            </a:solidFill>
            <a:prstDash val="solid"/>
          </a:ln>
        </p:spPr>
      </p:sp>
      <p:sp>
        <p:nvSpPr>
          <p:cNvPr id="39" name="deferred-icon-bed">
            <a:extLst xmlns:a="http://schemas.openxmlformats.org/drawingml/2006/main">
              <a:ext uri="{FF2B5EF4-FFF2-40B4-BE49-F238E27FC236}">
                <a16:creationId xmlns:a16="http://schemas.microsoft.com/office/drawing/2014/main" id="{A95DFF4C-9634-4C85-A330-705DA73C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14550"/>
            <a:ext cx="5905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eferred-icon-top">
            <a:extLst xmlns:a="http://schemas.openxmlformats.org/drawingml/2006/main">
              <a:ext uri="{FF2B5EF4-FFF2-40B4-BE49-F238E27FC236}">
                <a16:creationId xmlns:a16="http://schemas.microsoft.com/office/drawing/2014/main" id="{8B2858D5-64E6-4485-BBBF-D357B914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01075" y="21526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7F7B"/>
            </a:solidFill>
            <a:prstDash val="solid"/>
          </a:ln>
        </p:spPr>
      </p:sp>
      <p:sp>
        <p:nvSpPr>
          <p:cNvPr id="41" name="deferred-icon-bottom">
            <a:extLst xmlns:a="http://schemas.openxmlformats.org/drawingml/2006/main">
              <a:ext uri="{FF2B5EF4-FFF2-40B4-BE49-F238E27FC236}">
                <a16:creationId xmlns:a16="http://schemas.microsoft.com/office/drawing/2014/main" id="{4AD51732-A80A-48B9-8E49-3FAD58FD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01075" y="26479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7F7B"/>
            </a:solidFill>
            <a:prstDash val="solid"/>
          </a:ln>
        </p:spPr>
      </p:sp>
      <p:sp>
        <p:nvSpPr>
          <p:cNvPr id="42" name="deferred-icon-cross-a">
            <a:extLst xmlns:a="http://schemas.openxmlformats.org/drawingml/2006/main">
              <a:ext uri="{FF2B5EF4-FFF2-40B4-BE49-F238E27FC236}">
                <a16:creationId xmlns:a16="http://schemas.microsoft.com/office/drawing/2014/main" id="{985FB680-BB26-47E8-9B2C-5E0EB71D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58225" y="2209800"/>
            <a:ext cx="32385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7F7B"/>
            </a:solidFill>
            <a:prstDash val="solid"/>
          </a:ln>
        </p:spPr>
      </p:sp>
      <p:sp>
        <p:nvSpPr>
          <p:cNvPr id="43" name="deferred-icon-cross-b">
            <a:extLst xmlns:a="http://schemas.openxmlformats.org/drawingml/2006/main">
              <a:ext uri="{FF2B5EF4-FFF2-40B4-BE49-F238E27FC236}">
                <a16:creationId xmlns:a16="http://schemas.microsoft.com/office/drawing/2014/main" id="{D1FD5A6F-C481-4CDE-8C82-2DEDB10E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658225" y="2209800"/>
            <a:ext cx="32385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7F7B"/>
            </a:solidFill>
            <a:prstDash val="solid"/>
          </a:ln>
        </p:spPr>
      </p:sp>
      <p:sp>
        <p:nvSpPr>
          <p:cNvPr id="44" name="deferred-icon-sand-top">
            <a:extLst xmlns:a="http://schemas.openxmlformats.org/drawingml/2006/main">
              <a:ext uri="{FF2B5EF4-FFF2-40B4-BE49-F238E27FC236}">
                <a16:creationId xmlns:a16="http://schemas.microsoft.com/office/drawing/2014/main" id="{F3652A7A-6028-42D4-BE21-23557825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28850"/>
            <a:ext cx="2095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deferred-icon-sand-bottom">
            <a:extLst xmlns:a="http://schemas.openxmlformats.org/drawingml/2006/main">
              <a:ext uri="{FF2B5EF4-FFF2-40B4-BE49-F238E27FC236}">
                <a16:creationId xmlns:a16="http://schemas.microsoft.com/office/drawing/2014/main" id="{90E87E75-E56E-41D0-BB91-5651E647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715375" y="2428875"/>
            <a:ext cx="2095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deferred-title">
            <a:extLst xmlns:a="http://schemas.openxmlformats.org/drawingml/2006/main">
              <a:ext uri="{FF2B5EF4-FFF2-40B4-BE49-F238E27FC236}">
                <a16:creationId xmlns:a16="http://schemas.microsoft.com/office/drawing/2014/main" id="{C23709FE-992E-4362-800C-E05800CB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764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25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D7F7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D7F7B"/>
                </a:solidFill>
                <a:latin typeface="Arial"/>
                <a:ea typeface="Arial"/>
                <a:cs typeface="Arial"/>
              </a:rPr>
              <a:t>DEFERRED UNTIL AFTER REFRESH</a:t>
            </a:r>
          </a:p>
        </p:txBody>
      </p:sp>
      <p:sp>
        <p:nvSpPr>
          <p:cNvPr id="47" name="deferred-subtitle">
            <a:extLst xmlns:a="http://schemas.openxmlformats.org/drawingml/2006/main">
              <a:ext uri="{FF2B5EF4-FFF2-40B4-BE49-F238E27FC236}">
                <a16:creationId xmlns:a16="http://schemas.microsoft.com/office/drawing/2014/main" id="{A2512B96-E167-4B8A-891A-4FF8E3CF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193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679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resolve the selector only after the update</a:t>
            </a:r>
          </a:p>
        </p:txBody>
      </p:sp>
      <p:sp>
        <p:nvSpPr>
          <p:cNvPr id="48" name="deferred-divider">
            <a:extLst xmlns:a="http://schemas.openxmlformats.org/drawingml/2006/main">
              <a:ext uri="{FF2B5EF4-FFF2-40B4-BE49-F238E27FC236}">
                <a16:creationId xmlns:a16="http://schemas.microsoft.com/office/drawing/2014/main" id="{D4E1508F-8F18-47C4-9EE9-92707615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25450" y="20955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C3C5"/>
            </a:solidFill>
            <a:prstDash val="solid"/>
          </a:ln>
        </p:spPr>
      </p:sp>
      <p:sp>
        <p:nvSpPr>
          <p:cNvPr id="49" name="deferred-correct">
            <a:extLst xmlns:a="http://schemas.openxmlformats.org/drawingml/2006/main">
              <a:ext uri="{FF2B5EF4-FFF2-40B4-BE49-F238E27FC236}">
                <a16:creationId xmlns:a16="http://schemas.microsoft.com/office/drawing/2014/main" id="{54B5D12C-FCBB-4E03-B86F-99D72D5D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20955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correct</a:t>
            </a:r>
          </a:p>
        </p:txBody>
      </p:sp>
      <p:sp>
        <p:nvSpPr>
          <p:cNvPr id="50" name="deferred-target">
            <a:extLst xmlns:a="http://schemas.openxmlformats.org/drawingml/2006/main">
              <a:ext uri="{FF2B5EF4-FFF2-40B4-BE49-F238E27FC236}">
                <a16:creationId xmlns:a16="http://schemas.microsoft.com/office/drawing/2014/main" id="{BD67027E-951E-4555-B724-0F6D4712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33362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137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2D7F7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D7F7B"/>
                </a:solidFill>
                <a:latin typeface="Arial"/>
                <a:ea typeface="Arial"/>
                <a:cs typeface="Arial"/>
              </a:rPr>
              <a:t>Email B</a:t>
            </a:r>
          </a:p>
        </p:txBody>
      </p:sp>
      <p:sp>
        <p:nvSpPr>
          <p:cNvPr id="51" name="invariant-left">
            <a:extLst xmlns:a="http://schemas.openxmlformats.org/drawingml/2006/main">
              <a:ext uri="{FF2B5EF4-FFF2-40B4-BE49-F238E27FC236}">
                <a16:creationId xmlns:a16="http://schemas.microsoft.com/office/drawing/2014/main" id="{6D7F3128-50CA-405C-9696-F8205400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3362325"/>
            <a:ext cx="4295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C3C5"/>
            </a:solidFill>
            <a:prstDash val="solid"/>
          </a:ln>
        </p:spPr>
      </p:sp>
      <p:sp>
        <p:nvSpPr>
          <p:cNvPr id="52" name="invariant-right">
            <a:extLst xmlns:a="http://schemas.openxmlformats.org/drawingml/2006/main">
              <a:ext uri="{FF2B5EF4-FFF2-40B4-BE49-F238E27FC236}">
                <a16:creationId xmlns:a16="http://schemas.microsoft.com/office/drawing/2014/main" id="{B731BCC4-EC88-42DE-A8A6-49F3DBE6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715625" y="3362325"/>
            <a:ext cx="4295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C3C5"/>
            </a:solidFill>
            <a:prstDash val="solid"/>
          </a:ln>
        </p:spPr>
      </p:sp>
      <p:sp>
        <p:nvSpPr>
          <p:cNvPr id="53" name="invariant">
            <a:extLst xmlns:a="http://schemas.openxmlformats.org/drawingml/2006/main">
              <a:ext uri="{FF2B5EF4-FFF2-40B4-BE49-F238E27FC236}">
                <a16:creationId xmlns:a16="http://schemas.microsoft.com/office/drawing/2014/main" id="{3D9FFA22-13CC-4B3C-A406-BFF4301C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09925"/>
            <a:ext cx="598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1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69787E"/>
                </a:solidFill>
                <a:latin typeface="Arial"/>
                <a:ea typeface="Arial"/>
                <a:cs typeface="Arial"/>
              </a:rPr>
              <a:t>Same transition; only commitment timing differs</a:t>
            </a:r>
          </a:p>
        </p:txBody>
      </p:sp>
      <p:sp>
        <p:nvSpPr>
          <p:cNvPr id="54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50B04E6C-5B64-43EE-B491-F3A8BDA5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638550"/>
            <a:ext cx="14782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col-1">
            <a:extLst xmlns:a="http://schemas.openxmlformats.org/drawingml/2006/main">
              <a:ext uri="{FF2B5EF4-FFF2-40B4-BE49-F238E27FC236}">
                <a16:creationId xmlns:a16="http://schemas.microsoft.com/office/drawing/2014/main" id="{2CEA8C16-D3F2-4A43-921F-01BCA6DA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71700" y="3638550"/>
            <a:ext cx="0" cy="2819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C3C5"/>
            </a:solidFill>
            <a:prstDash val="solid"/>
          </a:ln>
        </p:spPr>
      </p:sp>
      <p:sp>
        <p:nvSpPr>
          <p:cNvPr id="56" name="col-2">
            <a:extLst xmlns:a="http://schemas.openxmlformats.org/drawingml/2006/main">
              <a:ext uri="{FF2B5EF4-FFF2-40B4-BE49-F238E27FC236}">
                <a16:creationId xmlns:a16="http://schemas.microsoft.com/office/drawing/2014/main" id="{FAD5BD02-9085-4CA5-864B-70FDBF25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72650" y="3638550"/>
            <a:ext cx="0" cy="2819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C3C5"/>
            </a:solidFill>
            <a:prstDash val="solid"/>
          </a:ln>
        </p:spPr>
      </p:sp>
      <p:sp>
        <p:nvSpPr>
          <p:cNvPr id="57" name="col-3">
            <a:extLst xmlns:a="http://schemas.openxmlformats.org/drawingml/2006/main">
              <a:ext uri="{FF2B5EF4-FFF2-40B4-BE49-F238E27FC236}">
                <a16:creationId xmlns:a16="http://schemas.microsoft.com/office/drawing/2014/main" id="{1090FE10-8D1C-40F3-A4EA-9D6D29C4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020550" y="3638550"/>
            <a:ext cx="0" cy="2819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C3C5"/>
            </a:solidFill>
            <a:prstDash val="solid"/>
          </a:ln>
        </p:spPr>
      </p:sp>
      <p:sp>
        <p:nvSpPr>
          <p:cNvPr id="58" name="header-timing">
            <a:extLst xmlns:a="http://schemas.openxmlformats.org/drawingml/2006/main">
              <a:ext uri="{FF2B5EF4-FFF2-40B4-BE49-F238E27FC236}">
                <a16:creationId xmlns:a16="http://schemas.microsoft.com/office/drawing/2014/main" id="{7DC130F9-512E-41A7-B94F-7C7A7DB8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7242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TIMING</a:t>
            </a:r>
          </a:p>
        </p:txBody>
      </p:sp>
      <p:sp>
        <p:nvSpPr>
          <p:cNvPr id="59" name="header-instruction">
            <a:extLst xmlns:a="http://schemas.openxmlformats.org/drawingml/2006/main">
              <a:ext uri="{FF2B5EF4-FFF2-40B4-BE49-F238E27FC236}">
                <a16:creationId xmlns:a16="http://schemas.microsoft.com/office/drawing/2014/main" id="{2FE79E07-F3E1-41F2-A9DF-90CCBF13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724275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INSTRUCTION</a:t>
            </a:r>
          </a:p>
        </p:txBody>
      </p:sp>
      <p:sp>
        <p:nvSpPr>
          <p:cNvPr id="60" name="header-target">
            <a:extLst xmlns:a="http://schemas.openxmlformats.org/drawingml/2006/main">
              <a:ext uri="{FF2B5EF4-FFF2-40B4-BE49-F238E27FC236}">
                <a16:creationId xmlns:a16="http://schemas.microsoft.com/office/drawing/2014/main" id="{8A5606E2-822B-4F69-ADBF-4E5A54E8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72427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785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CORRECT TARGET</a:t>
            </a:r>
          </a:p>
        </p:txBody>
      </p:sp>
      <p:sp>
        <p:nvSpPr>
          <p:cNvPr id="61" name="header-failure">
            <a:extLst xmlns:a="http://schemas.openxmlformats.org/drawingml/2006/main">
              <a:ext uri="{FF2B5EF4-FFF2-40B4-BE49-F238E27FC236}">
                <a16:creationId xmlns:a16="http://schemas.microsoft.com/office/drawing/2014/main" id="{12ADE3AE-3A00-4E03-AF97-4CBB73B1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37242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FAILURE EXPOSED</a:t>
            </a:r>
          </a:p>
        </p:txBody>
      </p:sp>
      <p:sp>
        <p:nvSpPr>
          <p:cNvPr id="62" name="preserve-row">
            <a:extLst xmlns:a="http://schemas.openxmlformats.org/drawingml/2006/main">
              <a:ext uri="{FF2B5EF4-FFF2-40B4-BE49-F238E27FC236}">
                <a16:creationId xmlns:a16="http://schemas.microsoft.com/office/drawing/2014/main" id="{B0FD392F-B757-44B6-9635-22BDA987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191000"/>
            <a:ext cx="14782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reserve-mode">
            <a:extLst xmlns:a="http://schemas.openxmlformats.org/drawingml/2006/main">
              <a:ext uri="{FF2B5EF4-FFF2-40B4-BE49-F238E27FC236}">
                <a16:creationId xmlns:a16="http://schemas.microsoft.com/office/drawing/2014/main" id="{5C7FD2BE-2752-4909-AF7A-1F5BA8B7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771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B94D49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B94D49"/>
                </a:solidFill>
                <a:latin typeface="Arial"/>
                <a:ea typeface="Arial"/>
                <a:cs typeface="Arial"/>
              </a:rPr>
              <a:t>PRESERVE</a:t>
            </a:r>
          </a:p>
        </p:txBody>
      </p:sp>
      <p:sp>
        <p:nvSpPr>
          <p:cNvPr id="64" name="preserve-instruction">
            <a:extLst xmlns:a="http://schemas.openxmlformats.org/drawingml/2006/main">
              <a:ext uri="{FF2B5EF4-FFF2-40B4-BE49-F238E27FC236}">
                <a16:creationId xmlns:a16="http://schemas.microsoft.com/office/drawing/2014/main" id="{0A408210-43E6-4A4A-BFF5-1BDE877A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381500"/>
            <a:ext cx="676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8343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8343A"/>
                </a:solidFill>
                <a:latin typeface="Arial"/>
                <a:ea typeface="Arial"/>
                <a:cs typeface="Arial"/>
              </a:rPr>
              <a:t>Choose the highest-priority unread email now.</a:t>
            </a:r>
          </a:p>
          <a:p xmlns:a="http://schemas.openxmlformats.org/drawingml/2006/main">
            <a:pPr algn="l">
              <a:defRPr sz="1875" b="0" i="0">
                <a:solidFill>
                  <a:srgbClr val="28343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8343A"/>
                </a:solidFill>
                <a:latin typeface="Arial"/>
                <a:ea typeface="Arial"/>
                <a:cs typeface="Arial"/>
              </a:rPr>
              <a:t>Refresh, then reply to it.</a:t>
            </a:r>
          </a:p>
        </p:txBody>
      </p:sp>
      <p:sp>
        <p:nvSpPr>
          <p:cNvPr id="65" name="preserve-target">
            <a:extLst xmlns:a="http://schemas.openxmlformats.org/drawingml/2006/main">
              <a:ext uri="{FF2B5EF4-FFF2-40B4-BE49-F238E27FC236}">
                <a16:creationId xmlns:a16="http://schemas.microsoft.com/office/drawing/2014/main" id="{15F2554A-D91F-41E7-865F-69794A44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49580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B94D49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B94D49"/>
                </a:solidFill>
                <a:latin typeface="Arial"/>
                <a:ea typeface="Arial"/>
                <a:cs typeface="Arial"/>
              </a:rPr>
              <a:t>Email A</a:t>
            </a:r>
          </a:p>
        </p:txBody>
      </p:sp>
      <p:sp>
        <p:nvSpPr>
          <p:cNvPr id="66" name="preserve-failure-box">
            <a:extLst xmlns:a="http://schemas.openxmlformats.org/drawingml/2006/main">
              <a:ext uri="{FF2B5EF4-FFF2-40B4-BE49-F238E27FC236}">
                <a16:creationId xmlns:a16="http://schemas.microsoft.com/office/drawing/2014/main" id="{FE49706A-004F-46FF-9B3E-32AE7D45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352925"/>
            <a:ext cx="2266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94D49"/>
            </a:solidFill>
            <a:prstDash val="solid"/>
          </a:ln>
        </p:spPr>
      </p:sp>
      <p:sp>
        <p:nvSpPr>
          <p:cNvPr id="67" name="preserve-failure-arrow">
            <a:extLst xmlns:a="http://schemas.openxmlformats.org/drawingml/2006/main">
              <a:ext uri="{FF2B5EF4-FFF2-40B4-BE49-F238E27FC236}">
                <a16:creationId xmlns:a16="http://schemas.microsoft.com/office/drawing/2014/main" id="{618C2849-4B0F-466D-968C-BCB2D52D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4400550"/>
            <a:ext cx="1847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828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B94D49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B94D49"/>
                </a:solidFill>
                <a:latin typeface="Arial"/>
                <a:ea typeface="Arial"/>
                <a:cs typeface="Arial"/>
              </a:rPr>
              <a:t>A → B</a:t>
            </a:r>
          </a:p>
        </p:txBody>
      </p:sp>
      <p:sp>
        <p:nvSpPr>
          <p:cNvPr id="68" name="preserve-failure-kind">
            <a:extLst xmlns:a="http://schemas.openxmlformats.org/drawingml/2006/main">
              <a:ext uri="{FF2B5EF4-FFF2-40B4-BE49-F238E27FC236}">
                <a16:creationId xmlns:a16="http://schemas.microsoft.com/office/drawing/2014/main" id="{C7DA11F9-FEF4-42DB-A9DC-F501C7B8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47053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B94D49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94D49"/>
                </a:solidFill>
                <a:latin typeface="Arial"/>
                <a:ea typeface="Arial"/>
                <a:cs typeface="Arial"/>
              </a:rPr>
              <a:t>over-reevaluate</a:t>
            </a:r>
          </a:p>
        </p:txBody>
      </p:sp>
      <p:sp>
        <p:nvSpPr>
          <p:cNvPr id="69" name="reevaluate-row">
            <a:extLst xmlns:a="http://schemas.openxmlformats.org/drawingml/2006/main">
              <a:ext uri="{FF2B5EF4-FFF2-40B4-BE49-F238E27FC236}">
                <a16:creationId xmlns:a16="http://schemas.microsoft.com/office/drawing/2014/main" id="{56007011-EE6D-4BBC-BE7A-2A8C411B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343525"/>
            <a:ext cx="14782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reevaluate-mode">
            <a:extLst xmlns:a="http://schemas.openxmlformats.org/drawingml/2006/main">
              <a:ext uri="{FF2B5EF4-FFF2-40B4-BE49-F238E27FC236}">
                <a16:creationId xmlns:a16="http://schemas.microsoft.com/office/drawing/2014/main" id="{C3F4C19E-5290-4B4C-B146-99BCAEC0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0225"/>
            <a:ext cx="1771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D7F7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D7F7B"/>
                </a:solidFill>
                <a:latin typeface="Arial"/>
                <a:ea typeface="Arial"/>
                <a:cs typeface="Arial"/>
              </a:rPr>
              <a:t>REEVALUATE</a:t>
            </a:r>
          </a:p>
        </p:txBody>
      </p:sp>
      <p:sp>
        <p:nvSpPr>
          <p:cNvPr id="71" name="reevaluate-instruction">
            <a:extLst xmlns:a="http://schemas.openxmlformats.org/drawingml/2006/main">
              <a:ext uri="{FF2B5EF4-FFF2-40B4-BE49-F238E27FC236}">
                <a16:creationId xmlns:a16="http://schemas.microsoft.com/office/drawing/2014/main" id="{51E0F99D-45D0-4843-8E59-9ADE08A1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534025"/>
            <a:ext cx="676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8343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8343A"/>
                </a:solidFill>
                <a:latin typeface="Arial"/>
                <a:ea typeface="Arial"/>
                <a:cs typeface="Arial"/>
              </a:rPr>
              <a:t>Refresh the mailbox first.</a:t>
            </a:r>
          </a:p>
          <a:p xmlns:a="http://schemas.openxmlformats.org/drawingml/2006/main">
            <a:pPr algn="l">
              <a:defRPr sz="1875" b="0" i="0">
                <a:solidFill>
                  <a:srgbClr val="28343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8343A"/>
                </a:solidFill>
                <a:latin typeface="Arial"/>
                <a:ea typeface="Arial"/>
                <a:cs typeface="Arial"/>
              </a:rPr>
              <a:t>Then choose the highest-priority unread email and reply.</a:t>
            </a:r>
          </a:p>
        </p:txBody>
      </p:sp>
      <p:sp>
        <p:nvSpPr>
          <p:cNvPr id="72" name="reevaluate-target">
            <a:extLst xmlns:a="http://schemas.openxmlformats.org/drawingml/2006/main">
              <a:ext uri="{FF2B5EF4-FFF2-40B4-BE49-F238E27FC236}">
                <a16:creationId xmlns:a16="http://schemas.microsoft.com/office/drawing/2014/main" id="{3A65AAF0-4838-4917-9BE8-23035FED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64832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2D7F7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D7F7B"/>
                </a:solidFill>
                <a:latin typeface="Arial"/>
                <a:ea typeface="Arial"/>
                <a:cs typeface="Arial"/>
              </a:rPr>
              <a:t>Email B</a:t>
            </a:r>
          </a:p>
        </p:txBody>
      </p:sp>
      <p:sp>
        <p:nvSpPr>
          <p:cNvPr id="73" name="reevaluate-failure-box">
            <a:extLst xmlns:a="http://schemas.openxmlformats.org/drawingml/2006/main">
              <a:ext uri="{FF2B5EF4-FFF2-40B4-BE49-F238E27FC236}">
                <a16:creationId xmlns:a16="http://schemas.microsoft.com/office/drawing/2014/main" id="{300ED4A1-C915-4FFD-804B-5297571D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505450"/>
            <a:ext cx="2266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94D49"/>
            </a:solidFill>
            <a:prstDash val="solid"/>
          </a:ln>
        </p:spPr>
      </p:sp>
      <p:sp>
        <p:nvSpPr>
          <p:cNvPr id="74" name="reevaluate-failure-arrow">
            <a:extLst xmlns:a="http://schemas.openxmlformats.org/drawingml/2006/main">
              <a:ext uri="{FF2B5EF4-FFF2-40B4-BE49-F238E27FC236}">
                <a16:creationId xmlns:a16="http://schemas.microsoft.com/office/drawing/2014/main" id="{7C889159-3491-421D-AC4F-1122C327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5553075"/>
            <a:ext cx="1847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828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B94D49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B94D49"/>
                </a:solidFill>
                <a:latin typeface="Arial"/>
                <a:ea typeface="Arial"/>
                <a:cs typeface="Arial"/>
              </a:rPr>
              <a:t>B → A</a:t>
            </a:r>
          </a:p>
        </p:txBody>
      </p:sp>
      <p:sp>
        <p:nvSpPr>
          <p:cNvPr id="75" name="reevaluate-failure-kind">
            <a:extLst xmlns:a="http://schemas.openxmlformats.org/drawingml/2006/main">
              <a:ext uri="{FF2B5EF4-FFF2-40B4-BE49-F238E27FC236}">
                <a16:creationId xmlns:a16="http://schemas.microsoft.com/office/drawing/2014/main" id="{6C7238A7-0338-4460-A915-FB5C94D7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5857875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B94D49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94D49"/>
                </a:solidFill>
                <a:latin typeface="Arial"/>
                <a:ea typeface="Arial"/>
                <a:cs typeface="Arial"/>
              </a:rPr>
              <a:t>over-lock</a:t>
            </a:r>
          </a:p>
        </p:txBody>
      </p:sp>
      <p:sp>
        <p:nvSpPr>
          <p:cNvPr id="76" name="row-top">
            <a:extLst xmlns:a="http://schemas.openxmlformats.org/drawingml/2006/main">
              <a:ext uri="{FF2B5EF4-FFF2-40B4-BE49-F238E27FC236}">
                <a16:creationId xmlns:a16="http://schemas.microsoft.com/office/drawing/2014/main" id="{12E8B7D8-C8C8-4D30-A349-1D2F5241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411480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A4D4F"/>
            </a:solidFill>
            <a:prstDash val="solid"/>
          </a:ln>
        </p:spPr>
      </p:sp>
      <p:sp>
        <p:nvSpPr>
          <p:cNvPr id="77" name="row-mid">
            <a:extLst xmlns:a="http://schemas.openxmlformats.org/drawingml/2006/main">
              <a:ext uri="{FF2B5EF4-FFF2-40B4-BE49-F238E27FC236}">
                <a16:creationId xmlns:a16="http://schemas.microsoft.com/office/drawing/2014/main" id="{395F49AB-746F-4897-8A3A-F13F0BDC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5305425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C3C5"/>
            </a:solidFill>
            <a:prstDash val="solid"/>
          </a:ln>
        </p:spPr>
      </p:sp>
      <p:sp>
        <p:nvSpPr>
          <p:cNvPr id="78" name="row-bottom">
            <a:extLst xmlns:a="http://schemas.openxmlformats.org/drawingml/2006/main">
              <a:ext uri="{FF2B5EF4-FFF2-40B4-BE49-F238E27FC236}">
                <a16:creationId xmlns:a16="http://schemas.microsoft.com/office/drawing/2014/main" id="{27D7D93D-216C-4F80-9832-1F2CAC71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645795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A4D4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21968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2026-07-28T06:35:54.0830000Z</dcterms:created>
  <dcterms:modified xsi:type="dcterms:W3CDTF">2026-07-28T06:35:54.0830000Z</dcterms:modified>
</coreProperties>
</file>