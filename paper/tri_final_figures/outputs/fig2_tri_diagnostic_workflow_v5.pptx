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c833090a5e46da" /><Relationship Type="http://schemas.openxmlformats.org/officeDocument/2006/relationships/extended-properties" Target="/docProps/app.xml" Id="R1bc05720d5434ab6" /><Relationship Type="http://schemas.openxmlformats.org/officeDocument/2006/relationships/officeDocument" Target="/ppt/presentation.xml" Id="Reefeaa23663844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00ce345da04523"/>
  </p:sldMasterIdLst>
  <p:notesMasterIdLst>
    <p:notesMasterId xmlns:r="http://schemas.openxmlformats.org/officeDocument/2006/relationships" r:id="R7002d866a182403d"/>
  </p:notesMasterIdLst>
  <p:sldIdLst>
    <p:sldId xmlns:r="http://schemas.openxmlformats.org/officeDocument/2006/relationships" id="256" r:id="Rf891167d3ab546fe"/>
  </p:sldIdLst>
  <p:sldSz cx="15240000" cy="742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fe975a0a594fa2" /><Relationship Type="http://schemas.openxmlformats.org/officeDocument/2006/relationships/slideMaster" Target="/ppt/slideMasters/slideMaster1.xml" Id="R4b00ce345da04523" /><Relationship Type="http://schemas.openxmlformats.org/officeDocument/2006/relationships/notesMaster" Target="/ppt/notesMasters/notesMaster1.xml" Id="R7002d866a182403d" /><Relationship Type="http://schemas.openxmlformats.org/officeDocument/2006/relationships/presProps" Target="/ppt/presProps.xml" Id="R84f5a692c404443a" /><Relationship Type="http://schemas.openxmlformats.org/officeDocument/2006/relationships/tableStyles" Target="/ppt/tableStyles.xml" Id="R5318ea38ff124c6f" /><Relationship Type="http://schemas.openxmlformats.org/officeDocument/2006/relationships/slide" Target="/ppt/slides/slide1.xml" Id="Rf891167d3ab546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fea208c2b344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37456290a141fd" /><Relationship Type="http://schemas.openxmlformats.org/officeDocument/2006/relationships/notesMaster" Target="/ppt/notesMasters/notesMaster1.xml" Id="R807b729cef3e47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manuscript: paper/AnonymousSubmission2027.tex (Diagnostic Construction; Measurements and Denominators; Controller Probes).</a:t>
            </a:r>
          </a:p>
          <a:p xmlns:a="http://schemas.openxmlformats.org/drawingml/2006/main">
            <a:r>
              <a:t>- User-supplied visual references: GSD problem/method overview; SymPareto comparative framework; MetaEval multi-step framework. Used for hierarchy and scientific-illustration grammar only; no artwork copied.</a:t>
            </a:r>
          </a:p>
          <a:p xmlns:a="http://schemas.openxmlformats.org/drawingml/2006/main">
            <a:r>
              <a:t>- Palette: #264a56, #407a7f, #248d82, #60aa84, #b4b87f, #eabc6b, #f1a464, #e56d4e.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929957ece40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e33118d2034ca5" /><Relationship Type="http://schemas.openxmlformats.org/officeDocument/2006/relationships/slideLayout" Target="/ppt/slideLayouts/slideLayout1.xml" Id="R85bf869311224b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bf869311224b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f5b596eff4475" /><Relationship Type="http://schemas.openxmlformats.org/officeDocument/2006/relationships/notesSlide" Target="/ppt/notesSlides/notesSlide1.xml" Id="Re35e0831f41a4c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panel-a">
            <a:extLst xmlns:a="http://schemas.openxmlformats.org/drawingml/2006/main">
              <a:ext uri="{FF2B5EF4-FFF2-40B4-BE49-F238E27FC236}">
                <a16:creationId xmlns:a16="http://schemas.microsoft.com/office/drawing/2014/main" id="{F4202F83-2A67-4E54-903B-C116553E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9639300" cy="6819900"/>
          </a:xfrm>
          <a:prstGeom xmlns:a="http://schemas.openxmlformats.org/drawingml/2006/main" prst="roundRect">
            <a:avLst>
              <a:gd name="adj" fmla="val 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7A7F"/>
            </a:solidFill>
            <a:prstDash val="dash"/>
          </a:ln>
        </p:spPr>
      </p:sp>
      <p:sp>
        <p:nvSpPr>
          <p:cNvPr id="2" name="panel-b">
            <a:extLst xmlns:a="http://schemas.openxmlformats.org/drawingml/2006/main">
              <a:ext uri="{FF2B5EF4-FFF2-40B4-BE49-F238E27FC236}">
                <a16:creationId xmlns:a16="http://schemas.microsoft.com/office/drawing/2014/main" id="{CCEAC50C-4273-46AF-B9D2-25FC7887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"/>
            <a:ext cx="4762500" cy="6819900"/>
          </a:xfrm>
          <a:prstGeom xmlns:a="http://schemas.openxmlformats.org/drawingml/2006/main" prst="roundRect">
            <a:avLst>
              <a:gd name="adj" fmla="val 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7A7F"/>
            </a:solidFill>
            <a:prstDash val="dash"/>
          </a:ln>
        </p:spPr>
      </p:sp>
      <p:sp>
        <p:nvSpPr>
          <p:cNvPr id="3" name="panel-a-head">
            <a:extLst xmlns:a="http://schemas.openxmlformats.org/drawingml/2006/main">
              <a:ext uri="{FF2B5EF4-FFF2-40B4-BE49-F238E27FC236}">
                <a16:creationId xmlns:a16="http://schemas.microsoft.com/office/drawing/2014/main" id="{755E7384-712E-426F-A75C-6F441C8E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963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0">
            <a:solidFill>
              <a:srgbClr val="264A56"/>
            </a:solidFill>
            <a:prstDash val="solid"/>
          </a:ln>
        </p:spPr>
      </p:sp>
      <p:sp>
        <p:nvSpPr>
          <p:cNvPr id="4" name="panel-b-head">
            <a:extLst xmlns:a="http://schemas.openxmlformats.org/drawingml/2006/main">
              <a:ext uri="{FF2B5EF4-FFF2-40B4-BE49-F238E27FC236}">
                <a16:creationId xmlns:a16="http://schemas.microsoft.com/office/drawing/2014/main" id="{1D08FE75-4888-4435-A2BE-77DF75DD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5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94ACEE2C-D060-4068-9AD0-F1D83F3E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A.  MATCHED DIAGNOSTIC CONSTRUCTION</a:t>
            </a:r>
          </a:p>
        </p:txBody>
      </p:sp>
      <p:sp>
        <p:nvSpPr>
          <p:cNvPr id="6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6314FC27-2D76-4FA2-AAFB-BE2122AC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5275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B.  EXECUTION AND SCORING</a:t>
            </a:r>
          </a:p>
        </p:txBody>
      </p:sp>
      <p:sp>
        <p:nvSpPr>
          <p:cNvPr id="7" name="a-flow-1">
            <a:extLst xmlns:a="http://schemas.openxmlformats.org/drawingml/2006/main">
              <a:ext uri="{FF2B5EF4-FFF2-40B4-BE49-F238E27FC236}">
                <a16:creationId xmlns:a16="http://schemas.microsoft.com/office/drawing/2014/main" id="{D2470BF8-A6BE-4A1B-8E33-BC29AF37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385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3810">
            <a:solidFill>
              <a:srgbClr val="B4B87F"/>
            </a:solidFill>
            <a:prstDash val="solid"/>
          </a:ln>
        </p:spPr>
      </p:sp>
      <p:sp>
        <p:nvSpPr>
          <p:cNvPr id="8" name="a-flow-2">
            <a:extLst xmlns:a="http://schemas.openxmlformats.org/drawingml/2006/main">
              <a:ext uri="{FF2B5EF4-FFF2-40B4-BE49-F238E27FC236}">
                <a16:creationId xmlns:a16="http://schemas.microsoft.com/office/drawing/2014/main" id="{9D0A9DC1-233A-4D79-B0D1-9691268B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2385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3810">
            <a:solidFill>
              <a:srgbClr val="B4B87F"/>
            </a:solidFill>
            <a:prstDash val="solid"/>
          </a:ln>
        </p:spPr>
      </p:sp>
      <p:sp>
        <p:nvSpPr>
          <p:cNvPr id="9" name="state-refresh-arrow">
            <a:extLst xmlns:a="http://schemas.openxmlformats.org/drawingml/2006/main">
              <a:ext uri="{FF2B5EF4-FFF2-40B4-BE49-F238E27FC236}">
                <a16:creationId xmlns:a16="http://schemas.microsoft.com/office/drawing/2014/main" id="{3921BA56-9C49-4AA6-8C44-A2C067E9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95550"/>
            <a:ext cx="647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BC6B"/>
          </a:solidFill>
          <a:ln xmlns:a="http://schemas.openxmlformats.org/drawingml/2006/main" w="3810">
            <a:solidFill>
              <a:srgbClr val="EABC6B"/>
            </a:solidFill>
            <a:prstDash val="solid"/>
          </a:ln>
        </p:spPr>
      </p:sp>
      <p:sp>
        <p:nvSpPr>
          <p:cNvPr id="10" name="preserve-timeline-1">
            <a:extLst xmlns:a="http://schemas.openxmlformats.org/drawingml/2006/main">
              <a:ext uri="{FF2B5EF4-FFF2-40B4-BE49-F238E27FC236}">
                <a16:creationId xmlns:a16="http://schemas.microsoft.com/office/drawing/2014/main" id="{1A08FE0B-C21C-46D6-9DC2-8BCE67F1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1" name="preserve-timeline-2">
            <a:extLst xmlns:a="http://schemas.openxmlformats.org/drawingml/2006/main">
              <a:ext uri="{FF2B5EF4-FFF2-40B4-BE49-F238E27FC236}">
                <a16:creationId xmlns:a16="http://schemas.microsoft.com/office/drawing/2014/main" id="{15E5EF3C-1A86-4433-B2B4-E2A0551B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2" name="reeval-timeline-1">
            <a:extLst xmlns:a="http://schemas.openxmlformats.org/drawingml/2006/main">
              <a:ext uri="{FF2B5EF4-FFF2-40B4-BE49-F238E27FC236}">
                <a16:creationId xmlns:a16="http://schemas.microsoft.com/office/drawing/2014/main" id="{00D62745-B965-4B7B-A2B1-011A0FD7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115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13" name="reeval-timeline-2">
            <a:extLst xmlns:a="http://schemas.openxmlformats.org/drawingml/2006/main">
              <a:ext uri="{FF2B5EF4-FFF2-40B4-BE49-F238E27FC236}">
                <a16:creationId xmlns:a16="http://schemas.microsoft.com/office/drawing/2014/main" id="{A71A7652-E676-45D5-A8E3-BC077FAB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9115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14" name="pair-to-run-p">
            <a:extLst xmlns:a="http://schemas.openxmlformats.org/drawingml/2006/main">
              <a:ext uri="{FF2B5EF4-FFF2-40B4-BE49-F238E27FC236}">
                <a16:creationId xmlns:a16="http://schemas.microsoft.com/office/drawing/2014/main" id="{681B3A50-EA2A-456B-9649-2BE5DF96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194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5" name="pair-to-run-r">
            <a:extLst xmlns:a="http://schemas.openxmlformats.org/drawingml/2006/main">
              <a:ext uri="{FF2B5EF4-FFF2-40B4-BE49-F238E27FC236}">
                <a16:creationId xmlns:a16="http://schemas.microsoft.com/office/drawing/2014/main" id="{0D0187C6-8393-44B5-82B5-98109FED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576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16" name="b-input-p">
            <a:extLst xmlns:a="http://schemas.openxmlformats.org/drawingml/2006/main">
              <a:ext uri="{FF2B5EF4-FFF2-40B4-BE49-F238E27FC236}">
                <a16:creationId xmlns:a16="http://schemas.microsoft.com/office/drawing/2014/main" id="{6046D03D-998D-435C-A64D-0DC4E721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90800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7" name="b-input-r">
            <a:extLst xmlns:a="http://schemas.openxmlformats.org/drawingml/2006/main">
              <a:ext uri="{FF2B5EF4-FFF2-40B4-BE49-F238E27FC236}">
                <a16:creationId xmlns:a16="http://schemas.microsoft.com/office/drawing/2014/main" id="{EBEE599A-FE40-4C36-8938-E507F38B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29000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18" name="b-output-p">
            <a:extLst xmlns:a="http://schemas.openxmlformats.org/drawingml/2006/main">
              <a:ext uri="{FF2B5EF4-FFF2-40B4-BE49-F238E27FC236}">
                <a16:creationId xmlns:a16="http://schemas.microsoft.com/office/drawing/2014/main" id="{1A8207F0-66ED-4CD8-BFC2-50737B62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2590800"/>
            <a:ext cx="647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9" name="b-output-r">
            <a:extLst xmlns:a="http://schemas.openxmlformats.org/drawingml/2006/main">
              <a:ext uri="{FF2B5EF4-FFF2-40B4-BE49-F238E27FC236}">
                <a16:creationId xmlns:a16="http://schemas.microsoft.com/office/drawing/2014/main" id="{253726D9-989E-4F55-87E3-5162B236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429000"/>
            <a:ext cx="647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20" name="tool-write-arrow">
            <a:extLst xmlns:a="http://schemas.openxmlformats.org/drawingml/2006/main">
              <a:ext uri="{FF2B5EF4-FFF2-40B4-BE49-F238E27FC236}">
                <a16:creationId xmlns:a16="http://schemas.microsoft.com/office/drawing/2014/main" id="{D9E734D2-A239-40E0-B773-724EC7BF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419600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3810">
            <a:solidFill>
              <a:srgbClr val="B4B87F"/>
            </a:solidFill>
            <a:prstDash val="solid"/>
          </a:ln>
        </p:spPr>
      </p:sp>
      <p:sp>
        <p:nvSpPr>
          <p:cNvPr id="21" name="state-diff-arrow">
            <a:extLst xmlns:a="http://schemas.openxmlformats.org/drawingml/2006/main">
              <a:ext uri="{FF2B5EF4-FFF2-40B4-BE49-F238E27FC236}">
                <a16:creationId xmlns:a16="http://schemas.microsoft.com/office/drawing/2014/main" id="{0F47DF4A-C90A-448D-B123-DBA7419F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419600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3810">
            <a:solidFill>
              <a:srgbClr val="60AA84"/>
            </a:solidFill>
            <a:prstDash val="solid"/>
          </a:ln>
        </p:spPr>
      </p:sp>
      <p:sp>
        <p:nvSpPr>
          <p:cNvPr id="22" name="step-1-badge">
            <a:extLst xmlns:a="http://schemas.openxmlformats.org/drawingml/2006/main">
              <a:ext uri="{FF2B5EF4-FFF2-40B4-BE49-F238E27FC236}">
                <a16:creationId xmlns:a16="http://schemas.microsoft.com/office/drawing/2014/main" id="{8DB1823A-92C8-4E4C-AB4B-3E397ABB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23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D388CDA4-87E5-4433-B356-798475C4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9BFD63D1-7327-4E54-99E7-02F28095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858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5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TASK BLUEPRINT</a:t>
            </a:r>
          </a:p>
        </p:txBody>
      </p:sp>
      <p:sp>
        <p:nvSpPr>
          <p:cNvPr id="25" name="blueprint-icon-paper">
            <a:extLst xmlns:a="http://schemas.openxmlformats.org/drawingml/2006/main">
              <a:ext uri="{FF2B5EF4-FFF2-40B4-BE49-F238E27FC236}">
                <a16:creationId xmlns:a16="http://schemas.microsoft.com/office/drawing/2014/main" id="{1B8066EB-D7F7-4AF1-8DF3-BFB784B2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90550" cy="7239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26" name="blueprint-icon-clip">
            <a:extLst xmlns:a="http://schemas.openxmlformats.org/drawingml/2006/main">
              <a:ext uri="{FF2B5EF4-FFF2-40B4-BE49-F238E27FC236}">
                <a16:creationId xmlns:a16="http://schemas.microsoft.com/office/drawing/2014/main" id="{F66CC2F6-D391-4153-BFAC-17808685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14450"/>
            <a:ext cx="2476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27" name="blueprint-icon-dot-0">
            <a:extLst xmlns:a="http://schemas.openxmlformats.org/drawingml/2006/main">
              <a:ext uri="{FF2B5EF4-FFF2-40B4-BE49-F238E27FC236}">
                <a16:creationId xmlns:a16="http://schemas.microsoft.com/office/drawing/2014/main" id="{534B2425-6C0C-4F88-ACBD-7D33170E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3" y="15478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blueprint-icon-line-0">
            <a:extLst xmlns:a="http://schemas.openxmlformats.org/drawingml/2006/main">
              <a:ext uri="{FF2B5EF4-FFF2-40B4-BE49-F238E27FC236}">
                <a16:creationId xmlns:a16="http://schemas.microsoft.com/office/drawing/2014/main" id="{EE669D73-12ED-477A-88A3-EB0306F0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29" name="blueprint-icon-dot-1">
            <a:extLst xmlns:a="http://schemas.openxmlformats.org/drawingml/2006/main">
              <a:ext uri="{FF2B5EF4-FFF2-40B4-BE49-F238E27FC236}">
                <a16:creationId xmlns:a16="http://schemas.microsoft.com/office/drawing/2014/main" id="{1284CF53-AD81-4D7D-A635-878A3245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3" y="17097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blueprint-icon-line-1">
            <a:extLst xmlns:a="http://schemas.openxmlformats.org/drawingml/2006/main">
              <a:ext uri="{FF2B5EF4-FFF2-40B4-BE49-F238E27FC236}">
                <a16:creationId xmlns:a16="http://schemas.microsoft.com/office/drawing/2014/main" id="{2CFAB9C1-E390-42EE-932C-7503BBED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31" name="blueprint-icon-dot-2">
            <a:extLst xmlns:a="http://schemas.openxmlformats.org/drawingml/2006/main">
              <a:ext uri="{FF2B5EF4-FFF2-40B4-BE49-F238E27FC236}">
                <a16:creationId xmlns:a16="http://schemas.microsoft.com/office/drawing/2014/main" id="{4B675BEB-AB9D-4C65-84C8-944D906E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3" y="18716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blueprint-icon-line-2">
            <a:extLst xmlns:a="http://schemas.openxmlformats.org/drawingml/2006/main">
              <a:ext uri="{FF2B5EF4-FFF2-40B4-BE49-F238E27FC236}">
                <a16:creationId xmlns:a16="http://schemas.microsoft.com/office/drawing/2014/main" id="{BA184F04-A25C-4970-9D1B-BC9B5FC6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33" name="blueprint-selector">
            <a:extLst xmlns:a="http://schemas.openxmlformats.org/drawingml/2006/main">
              <a:ext uri="{FF2B5EF4-FFF2-40B4-BE49-F238E27FC236}">
                <a16:creationId xmlns:a16="http://schemas.microsoft.com/office/drawing/2014/main" id="{A73DA53E-061D-4C04-BA5A-BECD06A4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390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selector q</a:t>
            </a:r>
          </a:p>
        </p:txBody>
      </p:sp>
      <p:sp>
        <p:nvSpPr>
          <p:cNvPr id="34" name="blueprint-selector-v">
            <a:extLst xmlns:a="http://schemas.openxmlformats.org/drawingml/2006/main">
              <a:ext uri="{FF2B5EF4-FFF2-40B4-BE49-F238E27FC236}">
                <a16:creationId xmlns:a16="http://schemas.microsoft.com/office/drawing/2014/main" id="{629E7D49-5DCF-4DB5-815B-C72D9100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657350"/>
            <a:ext cx="118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top-ranked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unread</a:t>
            </a:r>
          </a:p>
        </p:txBody>
      </p:sp>
      <p:sp>
        <p:nvSpPr>
          <p:cNvPr id="35" name="blueprint-action">
            <a:extLst xmlns:a="http://schemas.openxmlformats.org/drawingml/2006/main">
              <a:ext uri="{FF2B5EF4-FFF2-40B4-BE49-F238E27FC236}">
                <a16:creationId xmlns:a16="http://schemas.microsoft.com/office/drawing/2014/main" id="{DF9A0B61-E14C-4AC8-87D4-8CA7CB8A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28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action a</a:t>
            </a:r>
          </a:p>
        </p:txBody>
      </p:sp>
      <p:sp>
        <p:nvSpPr>
          <p:cNvPr id="36" name="blueprint-action-v">
            <a:extLst xmlns:a="http://schemas.openxmlformats.org/drawingml/2006/main">
              <a:ext uri="{FF2B5EF4-FFF2-40B4-BE49-F238E27FC236}">
                <a16:creationId xmlns:a16="http://schemas.microsoft.com/office/drawing/2014/main" id="{3FF95829-90BF-47F1-99B5-6571DE86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95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reply(id)</a:t>
            </a:r>
          </a:p>
        </p:txBody>
      </p:sp>
      <p:sp>
        <p:nvSpPr>
          <p:cNvPr id="37" name="mini-table">
            <a:extLst xmlns:a="http://schemas.openxmlformats.org/drawingml/2006/main">
              <a:ext uri="{FF2B5EF4-FFF2-40B4-BE49-F238E27FC236}">
                <a16:creationId xmlns:a16="http://schemas.microsoft.com/office/drawing/2014/main" id="{D1DF4B25-809C-4A96-826B-2C4EA97D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205740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407A7F">
              <a:alpha val="4000"/>
            </a:srgbClr>
          </a:solidFill>
          <a:ln xmlns:a="http://schemas.openxmlformats.org/drawingml/2006/main" w="15240">
            <a:solidFill>
              <a:srgbClr val="407A7F"/>
            </a:solidFill>
            <a:prstDash val="solid"/>
          </a:ln>
        </p:spPr>
      </p:sp>
      <p:sp>
        <p:nvSpPr>
          <p:cNvPr id="38" name="mini-table-head">
            <a:extLst xmlns:a="http://schemas.openxmlformats.org/drawingml/2006/main">
              <a:ext uri="{FF2B5EF4-FFF2-40B4-BE49-F238E27FC236}">
                <a16:creationId xmlns:a16="http://schemas.microsoft.com/office/drawing/2014/main" id="{D6D63898-BD04-40DD-ACF6-9F06C316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39" name="mini-h-1">
            <a:extLst xmlns:a="http://schemas.openxmlformats.org/drawingml/2006/main">
              <a:ext uri="{FF2B5EF4-FFF2-40B4-BE49-F238E27FC236}">
                <a16:creationId xmlns:a16="http://schemas.microsoft.com/office/drawing/2014/main" id="{258A91F9-3DFD-4C86-A8EE-0681919F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40" name="mini-h-2">
            <a:extLst xmlns:a="http://schemas.openxmlformats.org/drawingml/2006/main">
              <a:ext uri="{FF2B5EF4-FFF2-40B4-BE49-F238E27FC236}">
                <a16:creationId xmlns:a16="http://schemas.microsoft.com/office/drawing/2014/main" id="{5C5DAE46-A313-4D83-961B-4AFC0CFE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41" name="mini-h-3">
            <a:extLst xmlns:a="http://schemas.openxmlformats.org/drawingml/2006/main">
              <a:ext uri="{FF2B5EF4-FFF2-40B4-BE49-F238E27FC236}">
                <a16:creationId xmlns:a16="http://schemas.microsoft.com/office/drawing/2014/main" id="{85A07DD3-EC26-40B4-87A4-C0420696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33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42" name="mini-h-4">
            <a:extLst xmlns:a="http://schemas.openxmlformats.org/drawingml/2006/main">
              <a:ext uri="{FF2B5EF4-FFF2-40B4-BE49-F238E27FC236}">
                <a16:creationId xmlns:a16="http://schemas.microsoft.com/office/drawing/2014/main" id="{CF18F2F1-173B-4954-AFE5-AAAEB49F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337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</a:t>
            </a:r>
          </a:p>
        </p:txBody>
      </p:sp>
      <p:sp>
        <p:nvSpPr>
          <p:cNvPr id="43" name="mini-v-1">
            <a:extLst xmlns:a="http://schemas.openxmlformats.org/drawingml/2006/main">
              <a:ext uri="{FF2B5EF4-FFF2-40B4-BE49-F238E27FC236}">
                <a16:creationId xmlns:a16="http://schemas.microsoft.com/office/drawing/2014/main" id="{5C2EDC75-85CF-407C-AC96-B3EED06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44" name="mini-v-2">
            <a:extLst xmlns:a="http://schemas.openxmlformats.org/drawingml/2006/main">
              <a:ext uri="{FF2B5EF4-FFF2-40B4-BE49-F238E27FC236}">
                <a16:creationId xmlns:a16="http://schemas.microsoft.com/office/drawing/2014/main" id="{1BB6189C-D5B4-4A00-820E-D3568023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1051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45" name="mini-v-3">
            <a:extLst xmlns:a="http://schemas.openxmlformats.org/drawingml/2006/main">
              <a:ext uri="{FF2B5EF4-FFF2-40B4-BE49-F238E27FC236}">
                <a16:creationId xmlns:a16="http://schemas.microsoft.com/office/drawing/2014/main" id="{983105CB-74AA-4080-A29F-A548A34C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051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46" name="mini-h-row">
            <a:extLst xmlns:a="http://schemas.openxmlformats.org/drawingml/2006/main">
              <a:ext uri="{FF2B5EF4-FFF2-40B4-BE49-F238E27FC236}">
                <a16:creationId xmlns:a16="http://schemas.microsoft.com/office/drawing/2014/main" id="{155268CF-4094-4DE2-B5AA-83E5061B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47" name="mini-a">
            <a:extLst xmlns:a="http://schemas.openxmlformats.org/drawingml/2006/main">
              <a:ext uri="{FF2B5EF4-FFF2-40B4-BE49-F238E27FC236}">
                <a16:creationId xmlns:a16="http://schemas.microsoft.com/office/drawing/2014/main" id="{CAC666D6-9B62-40E8-BD46-9D86FE54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7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mini-a0">
            <a:extLst xmlns:a="http://schemas.openxmlformats.org/drawingml/2006/main">
              <a:ext uri="{FF2B5EF4-FFF2-40B4-BE49-F238E27FC236}">
                <a16:creationId xmlns:a16="http://schemas.microsoft.com/office/drawing/2014/main" id="{58CC7ED6-36F1-4369-A8B3-C4895D9B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14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9" name="mini-a1">
            <a:extLst xmlns:a="http://schemas.openxmlformats.org/drawingml/2006/main">
              <a:ext uri="{FF2B5EF4-FFF2-40B4-BE49-F238E27FC236}">
                <a16:creationId xmlns:a16="http://schemas.microsoft.com/office/drawing/2014/main" id="{1EB3EDBD-53DC-4B3D-8547-BDE9DA5E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14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" name="mini-av">
            <a:extLst xmlns:a="http://schemas.openxmlformats.org/drawingml/2006/main">
              <a:ext uri="{FF2B5EF4-FFF2-40B4-BE49-F238E27FC236}">
                <a16:creationId xmlns:a16="http://schemas.microsoft.com/office/drawing/2014/main" id="{F9FE68B3-F07C-4BF0-B968-1ADC19D1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14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1" name="mini-b">
            <a:extLst xmlns:a="http://schemas.openxmlformats.org/drawingml/2006/main">
              <a:ext uri="{FF2B5EF4-FFF2-40B4-BE49-F238E27FC236}">
                <a16:creationId xmlns:a16="http://schemas.microsoft.com/office/drawing/2014/main" id="{5D9F2080-6E69-4857-B2BE-AFC74661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7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2" name="mini-b0">
            <a:extLst xmlns:a="http://schemas.openxmlformats.org/drawingml/2006/main">
              <a:ext uri="{FF2B5EF4-FFF2-40B4-BE49-F238E27FC236}">
                <a16:creationId xmlns:a16="http://schemas.microsoft.com/office/drawing/2014/main" id="{F36E8C5A-8B90-4147-B183-CEDDD584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3" name="mini-b1">
            <a:extLst xmlns:a="http://schemas.openxmlformats.org/drawingml/2006/main">
              <a:ext uri="{FF2B5EF4-FFF2-40B4-BE49-F238E27FC236}">
                <a16:creationId xmlns:a16="http://schemas.microsoft.com/office/drawing/2014/main" id="{F0373D41-B0D5-4566-8BF1-A95BDC33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576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mini-bv">
            <a:extLst xmlns:a="http://schemas.openxmlformats.org/drawingml/2006/main">
              <a:ext uri="{FF2B5EF4-FFF2-40B4-BE49-F238E27FC236}">
                <a16:creationId xmlns:a16="http://schemas.microsoft.com/office/drawing/2014/main" id="{BBC4CBA3-984B-46E4-AA8E-484BFA69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057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5" name="generator-stack-back">
            <a:extLst xmlns:a="http://schemas.openxmlformats.org/drawingml/2006/main">
              <a:ext uri="{FF2B5EF4-FFF2-40B4-BE49-F238E27FC236}">
                <a16:creationId xmlns:a16="http://schemas.microsoft.com/office/drawing/2014/main" id="{3C21DE22-CD1B-41F1-B7F3-E34453C0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4B87F">
              <a:alpha val="10000"/>
            </a:srgbClr>
          </a:solidFill>
          <a:ln xmlns:a="http://schemas.openxmlformats.org/drawingml/2006/main" w="11430">
            <a:solidFill>
              <a:srgbClr val="B4B87F"/>
            </a:solidFill>
            <a:prstDash val="solid"/>
          </a:ln>
        </p:spPr>
      </p:sp>
      <p:sp>
        <p:nvSpPr>
          <p:cNvPr id="56" name="generator-stack-front">
            <a:extLst xmlns:a="http://schemas.openxmlformats.org/drawingml/2006/main">
              <a:ext uri="{FF2B5EF4-FFF2-40B4-BE49-F238E27FC236}">
                <a16:creationId xmlns:a16="http://schemas.microsoft.com/office/drawing/2014/main" id="{A16F954E-16D1-4307-BFF6-7E7159BE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57" name="generator-label">
            <a:extLst xmlns:a="http://schemas.openxmlformats.org/drawingml/2006/main">
              <a:ext uri="{FF2B5EF4-FFF2-40B4-BE49-F238E27FC236}">
                <a16:creationId xmlns:a16="http://schemas.microsoft.com/office/drawing/2014/main" id="{88C3D81E-2835-4849-B86D-C8D94BF6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1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domain + schema</a:t>
            </a:r>
          </a:p>
        </p:txBody>
      </p:sp>
      <p:sp>
        <p:nvSpPr>
          <p:cNvPr id="58" name="generator-sub">
            <a:extLst xmlns:a="http://schemas.openxmlformats.org/drawingml/2006/main">
              <a:ext uri="{FF2B5EF4-FFF2-40B4-BE49-F238E27FC236}">
                <a16:creationId xmlns:a16="http://schemas.microsoft.com/office/drawing/2014/main" id="{6D7AAF71-D468-4318-B93E-94347ED3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8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0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frozen task spec</a:t>
            </a:r>
          </a:p>
        </p:txBody>
      </p:sp>
      <p:sp>
        <p:nvSpPr>
          <p:cNvPr id="59" name="blueprint-foot">
            <a:extLst xmlns:a="http://schemas.openxmlformats.org/drawingml/2006/main">
              <a:ext uri="{FF2B5EF4-FFF2-40B4-BE49-F238E27FC236}">
                <a16:creationId xmlns:a16="http://schemas.microsoft.com/office/drawing/2014/main" id="{CFE7B927-CE87-41C0-8724-359CB7F6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2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Defines the resolver, action, and validity slice</a:t>
            </a:r>
          </a:p>
        </p:txBody>
      </p:sp>
      <p:sp>
        <p:nvSpPr>
          <p:cNvPr id="60" name="step-2-badge">
            <a:extLst xmlns:a="http://schemas.openxmlformats.org/drawingml/2006/main">
              <a:ext uri="{FF2B5EF4-FFF2-40B4-BE49-F238E27FC236}">
                <a16:creationId xmlns:a16="http://schemas.microsoft.com/office/drawing/2014/main" id="{3E2E8680-1DC0-436F-BD04-08828C3A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895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C6B"/>
          </a:solidFill>
          <a:ln xmlns:a="http://schemas.openxmlformats.org/drawingml/2006/main" w="0">
            <a:solidFill>
              <a:srgbClr val="EABC6B"/>
            </a:solidFill>
            <a:prstDash val="solid"/>
          </a:ln>
        </p:spPr>
      </p:sp>
      <p:sp>
        <p:nvSpPr>
          <p:cNvPr id="61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82DE5A82-1CC0-4A9A-BDE0-342093EC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895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2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5873382A-C664-4F93-9EC4-21D8FFBB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858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1">
                <a:solidFill>
                  <a:srgbClr val="EABC6B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EABC6B"/>
                </a:solidFill>
                <a:latin typeface="Arial"/>
                <a:ea typeface="Arial"/>
                <a:cs typeface="Arial"/>
              </a:rPr>
              <a:t>SHARED TRANSITION</a:t>
            </a:r>
          </a:p>
        </p:txBody>
      </p:sp>
      <p:sp>
        <p:nvSpPr>
          <p:cNvPr id="63" name="state-space-label">
            <a:extLst xmlns:a="http://schemas.openxmlformats.org/drawingml/2006/main">
              <a:ext uri="{FF2B5EF4-FFF2-40B4-BE49-F238E27FC236}">
                <a16:creationId xmlns:a16="http://schemas.microsoft.com/office/drawing/2014/main" id="{F16B2DD3-2977-438F-8CCD-33895104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811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selector score</a:t>
            </a:r>
          </a:p>
        </p:txBody>
      </p:sp>
      <p:sp>
        <p:nvSpPr>
          <p:cNvPr id="64" name="s0-space">
            <a:extLst xmlns:a="http://schemas.openxmlformats.org/drawingml/2006/main">
              <a:ext uri="{FF2B5EF4-FFF2-40B4-BE49-F238E27FC236}">
                <a16:creationId xmlns:a16="http://schemas.microsoft.com/office/drawing/2014/main" id="{4028E926-ABF6-4E10-B338-FC292DD1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14500"/>
            <a:ext cx="1123950" cy="2000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E56D4E"/>
            </a:solidFill>
            <a:prstDash val="solid"/>
          </a:ln>
        </p:spPr>
      </p:sp>
      <p:sp>
        <p:nvSpPr>
          <p:cNvPr id="65" name="s1-space">
            <a:extLst xmlns:a="http://schemas.openxmlformats.org/drawingml/2006/main">
              <a:ext uri="{FF2B5EF4-FFF2-40B4-BE49-F238E27FC236}">
                <a16:creationId xmlns:a16="http://schemas.microsoft.com/office/drawing/2014/main" id="{2CF82DAA-6200-44B3-AC96-CEB3A545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123950" cy="2000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66" name="s0-space-title">
            <a:extLst xmlns:a="http://schemas.openxmlformats.org/drawingml/2006/main">
              <a:ext uri="{FF2B5EF4-FFF2-40B4-BE49-F238E27FC236}">
                <a16:creationId xmlns:a16="http://schemas.microsoft.com/office/drawing/2014/main" id="{D37795B9-E9C8-4F5E-A198-8E271C0F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81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67" name="s1-space-title">
            <a:extLst xmlns:a="http://schemas.openxmlformats.org/drawingml/2006/main">
              <a:ext uri="{FF2B5EF4-FFF2-40B4-BE49-F238E27FC236}">
                <a16:creationId xmlns:a16="http://schemas.microsoft.com/office/drawing/2014/main" id="{18EC2FB0-F15E-48F2-9ABC-73682753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81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68" name="s0-axis">
            <a:extLst xmlns:a="http://schemas.openxmlformats.org/drawingml/2006/main">
              <a:ext uri="{FF2B5EF4-FFF2-40B4-BE49-F238E27FC236}">
                <a16:creationId xmlns:a16="http://schemas.microsoft.com/office/drawing/2014/main" id="{8604F4C6-B66D-4C0E-A046-3D051159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286000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7A7F"/>
            </a:solidFill>
            <a:prstDash val="solid"/>
          </a:ln>
        </p:spPr>
      </p:sp>
      <p:sp>
        <p:nvSpPr>
          <p:cNvPr id="69" name="s1-axis">
            <a:extLst xmlns:a="http://schemas.openxmlformats.org/drawingml/2006/main">
              <a:ext uri="{FF2B5EF4-FFF2-40B4-BE49-F238E27FC236}">
                <a16:creationId xmlns:a16="http://schemas.microsoft.com/office/drawing/2014/main" id="{65DCDE24-9C39-47D2-A56E-1DB0E2F2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86000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7A7F"/>
            </a:solidFill>
            <a:prstDash val="solid"/>
          </a:ln>
        </p:spPr>
      </p:sp>
      <p:sp>
        <p:nvSpPr>
          <p:cNvPr id="70" name="s0-high">
            <a:extLst xmlns:a="http://schemas.openxmlformats.org/drawingml/2006/main">
              <a:ext uri="{FF2B5EF4-FFF2-40B4-BE49-F238E27FC236}">
                <a16:creationId xmlns:a16="http://schemas.microsoft.com/office/drawing/2014/main" id="{BF2C70E5-E79A-47EA-8202-A76C1042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1" name="s0-low">
            <a:extLst xmlns:a="http://schemas.openxmlformats.org/drawingml/2006/main">
              <a:ext uri="{FF2B5EF4-FFF2-40B4-BE49-F238E27FC236}">
                <a16:creationId xmlns:a16="http://schemas.microsoft.com/office/drawing/2014/main" id="{EE28C7CA-D0BD-4F9B-84F2-2FD2059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2" name="s1-high">
            <a:extLst xmlns:a="http://schemas.openxmlformats.org/drawingml/2006/main">
              <a:ext uri="{FF2B5EF4-FFF2-40B4-BE49-F238E27FC236}">
                <a16:creationId xmlns:a16="http://schemas.microsoft.com/office/drawing/2014/main" id="{B1268D32-DE3C-4B0A-898D-E060402E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3" name="s1-low">
            <a:extLst xmlns:a="http://schemas.openxmlformats.org/drawingml/2006/main">
              <a:ext uri="{FF2B5EF4-FFF2-40B4-BE49-F238E27FC236}">
                <a16:creationId xmlns:a16="http://schemas.microsoft.com/office/drawing/2014/main" id="{E9E13DF3-636D-4220-8D5F-B4C61A4C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337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4" name="s0-a">
            <a:extLst xmlns:a="http://schemas.openxmlformats.org/drawingml/2006/main">
              <a:ext uri="{FF2B5EF4-FFF2-40B4-BE49-F238E27FC236}">
                <a16:creationId xmlns:a16="http://schemas.microsoft.com/office/drawing/2014/main" id="{156245E6-B375-4FB2-A7E5-8EBFA284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24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D4E">
              <a:alpha val="12000"/>
            </a:srgbClr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5" name="s0-b">
            <a:extLst xmlns:a="http://schemas.openxmlformats.org/drawingml/2006/main">
              <a:ext uri="{FF2B5EF4-FFF2-40B4-BE49-F238E27FC236}">
                <a16:creationId xmlns:a16="http://schemas.microsoft.com/office/drawing/2014/main" id="{580541A7-5870-432B-B7CC-2D85A535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24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>
              <a:alpha val="8000"/>
            </a:srgbClr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6" name="s1-b">
            <a:extLst xmlns:a="http://schemas.openxmlformats.org/drawingml/2006/main">
              <a:ext uri="{FF2B5EF4-FFF2-40B4-BE49-F238E27FC236}">
                <a16:creationId xmlns:a16="http://schemas.microsoft.com/office/drawing/2014/main" id="{C8832D7D-899A-4DCA-828A-60E64B41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124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>
              <a:alpha val="12000"/>
            </a:srgbClr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7" name="s1-a">
            <a:extLst xmlns:a="http://schemas.openxmlformats.org/drawingml/2006/main">
              <a:ext uri="{FF2B5EF4-FFF2-40B4-BE49-F238E27FC236}">
                <a16:creationId xmlns:a16="http://schemas.microsoft.com/office/drawing/2014/main" id="{F9D53DAA-95BB-496C-9F51-EA2FF832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24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D4E">
              <a:alpha val="8000"/>
            </a:srgbClr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refresh-tag">
            <a:extLst xmlns:a="http://schemas.openxmlformats.org/drawingml/2006/main">
              <a:ext uri="{FF2B5EF4-FFF2-40B4-BE49-F238E27FC236}">
                <a16:creationId xmlns:a16="http://schemas.microsoft.com/office/drawing/2014/main" id="{8A1C5DBA-4224-4811-9203-953DF713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62175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85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79" name="transition-facts">
            <a:extLst xmlns:a="http://schemas.openxmlformats.org/drawingml/2006/main">
              <a:ext uri="{FF2B5EF4-FFF2-40B4-BE49-F238E27FC236}">
                <a16:creationId xmlns:a16="http://schemas.microsoft.com/office/drawing/2014/main" id="{E8B42BD1-44DF-452B-B615-D854726A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38600"/>
            <a:ext cx="27813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60AA84">
              <a:alpha val="6000"/>
            </a:srgbClr>
          </a:solidFill>
          <a:ln xmlns:a="http://schemas.openxmlformats.org/drawingml/2006/main" w="17145">
            <a:solidFill>
              <a:srgbClr val="60AA84"/>
            </a:solidFill>
            <a:prstDash val="solid"/>
          </a:ln>
        </p:spPr>
      </p:sp>
      <p:sp>
        <p:nvSpPr>
          <p:cNvPr id="80" name="facts-head">
            <a:extLst xmlns:a="http://schemas.openxmlformats.org/drawingml/2006/main">
              <a:ext uri="{FF2B5EF4-FFF2-40B4-BE49-F238E27FC236}">
                <a16:creationId xmlns:a16="http://schemas.microsoft.com/office/drawing/2014/main" id="{445B615C-C53F-4D27-A1DD-C2F9389A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33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1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CONTROLLED CONTRAST</a:t>
            </a:r>
          </a:p>
        </p:txBody>
      </p:sp>
      <p:sp>
        <p:nvSpPr>
          <p:cNvPr id="81" name="fact-check-1">
            <a:extLst xmlns:a="http://schemas.openxmlformats.org/drawingml/2006/main">
              <a:ext uri="{FF2B5EF4-FFF2-40B4-BE49-F238E27FC236}">
                <a16:creationId xmlns:a16="http://schemas.microsoft.com/office/drawing/2014/main" id="{4C078F16-F1A6-49D2-82E0-4502CA50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52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fact-inner-1">
            <a:extLst xmlns:a="http://schemas.openxmlformats.org/drawingml/2006/main">
              <a:ext uri="{FF2B5EF4-FFF2-40B4-BE49-F238E27FC236}">
                <a16:creationId xmlns:a16="http://schemas.microsoft.com/office/drawing/2014/main" id="{4F1999C0-78EB-42B8-B561-43DDF4C6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00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3" name="fact-1">
            <a:extLst xmlns:a="http://schemas.openxmlformats.org/drawingml/2006/main">
              <a:ext uri="{FF2B5EF4-FFF2-40B4-BE49-F238E27FC236}">
                <a16:creationId xmlns:a16="http://schemas.microsoft.com/office/drawing/2014/main" id="{3FF7924C-FF95-42B6-82C2-CB443938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767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S0, S1, q, a fixed</a:t>
            </a:r>
          </a:p>
        </p:txBody>
      </p:sp>
      <p:sp>
        <p:nvSpPr>
          <p:cNvPr id="84" name="fact-check-2">
            <a:extLst xmlns:a="http://schemas.openxmlformats.org/drawingml/2006/main">
              <a:ext uri="{FF2B5EF4-FFF2-40B4-BE49-F238E27FC236}">
                <a16:creationId xmlns:a16="http://schemas.microsoft.com/office/drawing/2014/main" id="{A29E1CF8-87A4-46BE-9A0D-F77C124D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fact-inner-2">
            <a:extLst xmlns:a="http://schemas.openxmlformats.org/drawingml/2006/main">
              <a:ext uri="{FF2B5EF4-FFF2-40B4-BE49-F238E27FC236}">
                <a16:creationId xmlns:a16="http://schemas.microsoft.com/office/drawing/2014/main" id="{EA6BE72B-3327-4563-820D-61D5D192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019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fact-2">
            <a:extLst xmlns:a="http://schemas.openxmlformats.org/drawingml/2006/main">
              <a:ext uri="{FF2B5EF4-FFF2-40B4-BE49-F238E27FC236}">
                <a16:creationId xmlns:a16="http://schemas.microsoft.com/office/drawing/2014/main" id="{66391DAC-4B9E-4955-A503-3ED3784E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958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A remains actionable</a:t>
            </a:r>
          </a:p>
        </p:txBody>
      </p:sp>
      <p:sp>
        <p:nvSpPr>
          <p:cNvPr id="87" name="fact-check-3">
            <a:extLst xmlns:a="http://schemas.openxmlformats.org/drawingml/2006/main">
              <a:ext uri="{FF2B5EF4-FFF2-40B4-BE49-F238E27FC236}">
                <a16:creationId xmlns:a16="http://schemas.microsoft.com/office/drawing/2014/main" id="{C624E44B-32AB-46BB-844B-A4D1C5AE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91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fact-inner-3">
            <a:extLst xmlns:a="http://schemas.openxmlformats.org/drawingml/2006/main">
              <a:ext uri="{FF2B5EF4-FFF2-40B4-BE49-F238E27FC236}">
                <a16:creationId xmlns:a16="http://schemas.microsoft.com/office/drawing/2014/main" id="{1B6B9343-92DA-4501-B4BB-65409A0F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438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fact-3">
            <a:extLst xmlns:a="http://schemas.openxmlformats.org/drawingml/2006/main">
              <a:ext uri="{FF2B5EF4-FFF2-40B4-BE49-F238E27FC236}">
                <a16:creationId xmlns:a16="http://schemas.microsoft.com/office/drawing/2014/main" id="{932C1EF8-AD4D-4CB9-A987-7CFB3740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149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9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winner changes A -&gt; B</a:t>
            </a:r>
          </a:p>
        </p:txBody>
      </p:sp>
      <p:sp>
        <p:nvSpPr>
          <p:cNvPr id="90" name="transition-foot">
            <a:extLst xmlns:a="http://schemas.openxmlformats.org/drawingml/2006/main">
              <a:ext uri="{FF2B5EF4-FFF2-40B4-BE49-F238E27FC236}">
                <a16:creationId xmlns:a16="http://schemas.microsoft.com/office/drawing/2014/main" id="{659846FD-E921-49A1-8584-7E91791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9626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World state changes;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725" b="1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authorization may not.</a:t>
            </a:r>
          </a:p>
        </p:txBody>
      </p:sp>
      <p:sp>
        <p:nvSpPr>
          <p:cNvPr id="91" name="core-panel">
            <a:extLst xmlns:a="http://schemas.openxmlformats.org/drawingml/2006/main">
              <a:ext uri="{FF2B5EF4-FFF2-40B4-BE49-F238E27FC236}">
                <a16:creationId xmlns:a16="http://schemas.microsoft.com/office/drawing/2014/main" id="{22B95CEE-1CDB-4035-9D82-66417A46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838200"/>
            <a:ext cx="3829050" cy="60198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248D82">
              <a:alpha val="6000"/>
            </a:srgbClr>
          </a:solidFill>
          <a:ln xmlns:a="http://schemas.openxmlformats.org/drawingml/2006/main" w="24765">
            <a:solidFill>
              <a:srgbClr val="248D82"/>
            </a:solidFill>
            <a:prstDash val="solid"/>
          </a:ln>
        </p:spPr>
      </p:sp>
      <p:sp>
        <p:nvSpPr>
          <p:cNvPr id="92" name="core-head">
            <a:extLst xmlns:a="http://schemas.openxmlformats.org/drawingml/2006/main">
              <a:ext uri="{FF2B5EF4-FFF2-40B4-BE49-F238E27FC236}">
                <a16:creationId xmlns:a16="http://schemas.microsoft.com/office/drawing/2014/main" id="{6E1099B1-074D-4636-99EF-FD3286F3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838200"/>
            <a:ext cx="382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sp>
        <p:nvSpPr>
          <p:cNvPr id="93" name="core-title">
            <a:extLst xmlns:a="http://schemas.openxmlformats.org/drawingml/2006/main">
              <a:ext uri="{FF2B5EF4-FFF2-40B4-BE49-F238E27FC236}">
                <a16:creationId xmlns:a16="http://schemas.microsoft.com/office/drawing/2014/main" id="{BF7C1681-BB90-44A6-AC03-9AE15B59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66775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7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 MATCHED PAIR GENERATION</a:t>
            </a:r>
          </a:p>
        </p:txBody>
      </p:sp>
      <p:sp>
        <p:nvSpPr>
          <p:cNvPr id="94" name="core-question">
            <a:extLst xmlns:a="http://schemas.openxmlformats.org/drawingml/2006/main">
              <a:ext uri="{FF2B5EF4-FFF2-40B4-BE49-F238E27FC236}">
                <a16:creationId xmlns:a16="http://schemas.microsoft.com/office/drawing/2014/main" id="{B00B4ABC-AC33-4B75-937A-4C01958E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38275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WHEN DOES THE TARGET RESOLVE?</a:t>
            </a:r>
          </a:p>
        </p:txBody>
      </p:sp>
      <p:sp>
        <p:nvSpPr>
          <p:cNvPr id="95" name="timing-switch">
            <a:extLst xmlns:a="http://schemas.openxmlformats.org/drawingml/2006/main">
              <a:ext uri="{FF2B5EF4-FFF2-40B4-BE49-F238E27FC236}">
                <a16:creationId xmlns:a16="http://schemas.microsoft.com/office/drawing/2014/main" id="{FBD5E832-E9DB-4355-ABE1-DDD5899F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240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4A56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4A56"/>
                </a:solidFill>
                <a:latin typeface="Arial"/>
                <a:ea typeface="Arial"/>
                <a:cs typeface="Arial"/>
              </a:rPr>
              <a:t>BIND</a:t>
            </a:r>
          </a:p>
          <a:p xmlns:a="http://schemas.openxmlformats.org/drawingml/2006/main">
            <a:pPr algn="ctr">
              <a:defRPr sz="1650" b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4A56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96" name="timing-stem">
            <a:extLst xmlns:a="http://schemas.openxmlformats.org/drawingml/2006/main">
              <a:ext uri="{FF2B5EF4-FFF2-40B4-BE49-F238E27FC236}">
                <a16:creationId xmlns:a16="http://schemas.microsoft.com/office/drawing/2014/main" id="{BE5BC53D-D0F7-425F-82CE-B4F1FEC5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574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4A56"/>
            </a:solidFill>
            <a:prstDash val="solid"/>
          </a:ln>
        </p:spPr>
      </p:sp>
      <p:sp>
        <p:nvSpPr>
          <p:cNvPr id="97" name="timing-branch">
            <a:extLst xmlns:a="http://schemas.openxmlformats.org/drawingml/2006/main">
              <a:ext uri="{FF2B5EF4-FFF2-40B4-BE49-F238E27FC236}">
                <a16:creationId xmlns:a16="http://schemas.microsoft.com/office/drawing/2014/main" id="{239492F9-47AE-4517-B9CB-16B4E58F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4A56"/>
            </a:solidFill>
            <a:prstDash val="solid"/>
          </a:ln>
        </p:spPr>
      </p:sp>
      <p:sp>
        <p:nvSpPr>
          <p:cNvPr id="98" name="timing-down-p">
            <a:extLst xmlns:a="http://schemas.openxmlformats.org/drawingml/2006/main">
              <a:ext uri="{FF2B5EF4-FFF2-40B4-BE49-F238E27FC236}">
                <a16:creationId xmlns:a16="http://schemas.microsoft.com/office/drawing/2014/main" id="{A9233F2F-BEEB-4011-938D-848FABF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6D4E"/>
            </a:solidFill>
            <a:prstDash val="solid"/>
          </a:ln>
        </p:spPr>
      </p:sp>
      <p:sp>
        <p:nvSpPr>
          <p:cNvPr id="99" name="timing-down-r">
            <a:extLst xmlns:a="http://schemas.openxmlformats.org/drawingml/2006/main">
              <a:ext uri="{FF2B5EF4-FFF2-40B4-BE49-F238E27FC236}">
                <a16:creationId xmlns:a16="http://schemas.microsoft.com/office/drawing/2014/main" id="{8BD0F821-AF1E-4B93-BFAB-64FB7DE3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48D82"/>
            </a:solidFill>
            <a:prstDash val="solid"/>
          </a:ln>
        </p:spPr>
      </p:sp>
      <p:sp>
        <p:nvSpPr>
          <p:cNvPr id="100" name="preserve-track">
            <a:extLst xmlns:a="http://schemas.openxmlformats.org/drawingml/2006/main">
              <a:ext uri="{FF2B5EF4-FFF2-40B4-BE49-F238E27FC236}">
                <a16:creationId xmlns:a16="http://schemas.microsoft.com/office/drawing/2014/main" id="{4AF7FE2F-290B-4DF7-89EA-6ED10FD8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33909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56D4E">
              <a:alpha val="8000"/>
            </a:srgbClr>
          </a:solidFill>
          <a:ln xmlns:a="http://schemas.openxmlformats.org/drawingml/2006/main" w="20955">
            <a:solidFill>
              <a:srgbClr val="E56D4E"/>
            </a:solidFill>
            <a:prstDash val="solid"/>
          </a:ln>
        </p:spPr>
      </p:sp>
      <p:sp>
        <p:nvSpPr>
          <p:cNvPr id="101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6C4C2EDF-95BC-4ED6-944C-C43F5581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361950" cy="3429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56D4E"/>
            </a:solidFill>
            <a:prstDash val="solid"/>
          </a:ln>
        </p:spPr>
      </p:sp>
      <p:sp>
        <p:nvSpPr>
          <p:cNvPr id="102" name="preserve-lock-mask">
            <a:extLst xmlns:a="http://schemas.openxmlformats.org/drawingml/2006/main">
              <a:ext uri="{FF2B5EF4-FFF2-40B4-BE49-F238E27FC236}">
                <a16:creationId xmlns:a16="http://schemas.microsoft.com/office/drawing/2014/main" id="{9FEB7E5B-9E46-4380-8A47-A54F2CB4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480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3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5F7FB89B-ABF8-41D7-BCB5-19370479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6D4E"/>
          </a:solidFill>
          <a:ln xmlns:a="http://schemas.openxmlformats.org/drawingml/2006/main" w="0">
            <a:solidFill>
              <a:srgbClr val="E56D4E"/>
            </a:solidFill>
            <a:prstDash val="solid"/>
          </a:ln>
        </p:spPr>
      </p:sp>
      <p:sp>
        <p:nvSpPr>
          <p:cNvPr id="104" name="preserve-lock-key">
            <a:extLst xmlns:a="http://schemas.openxmlformats.org/drawingml/2006/main">
              <a:ext uri="{FF2B5EF4-FFF2-40B4-BE49-F238E27FC236}">
                <a16:creationId xmlns:a16="http://schemas.microsoft.com/office/drawing/2014/main" id="{020218E3-74FC-4598-9F80-4F9CF963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913" y="3795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5" name="preserve-lock-key-stem">
            <a:extLst xmlns:a="http://schemas.openxmlformats.org/drawingml/2006/main">
              <a:ext uri="{FF2B5EF4-FFF2-40B4-BE49-F238E27FC236}">
                <a16:creationId xmlns:a16="http://schemas.microsoft.com/office/drawing/2014/main" id="{081B626E-191C-4A7C-AF3B-A7BC8DDF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57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6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C772CF43-6F31-45D8-8C5C-43BC0A7E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07" name="preserve-event-1">
            <a:extLst xmlns:a="http://schemas.openxmlformats.org/drawingml/2006/main">
              <a:ext uri="{FF2B5EF4-FFF2-40B4-BE49-F238E27FC236}">
                <a16:creationId xmlns:a16="http://schemas.microsoft.com/office/drawing/2014/main" id="{CB282B22-AEB9-4BE3-8318-52BFB0B2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7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108" name="preserve-event-2">
            <a:extLst xmlns:a="http://schemas.openxmlformats.org/drawingml/2006/main">
              <a:ext uri="{FF2B5EF4-FFF2-40B4-BE49-F238E27FC236}">
                <a16:creationId xmlns:a16="http://schemas.microsoft.com/office/drawing/2014/main" id="{496BD44B-4701-4DB6-9350-5B1C0CE8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09" name="preserve-bound">
            <a:extLst xmlns:a="http://schemas.openxmlformats.org/drawingml/2006/main">
              <a:ext uri="{FF2B5EF4-FFF2-40B4-BE49-F238E27FC236}">
                <a16:creationId xmlns:a16="http://schemas.microsoft.com/office/drawing/2014/main" id="{B52B4039-252D-410A-BE8B-A3AD2B2E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05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0" name="preserve-gold">
            <a:extLst xmlns:a="http://schemas.openxmlformats.org/drawingml/2006/main">
              <a:ext uri="{FF2B5EF4-FFF2-40B4-BE49-F238E27FC236}">
                <a16:creationId xmlns:a16="http://schemas.microsoft.com/office/drawing/2014/main" id="{A7CC67C8-C589-4C23-A2BA-8F3181F7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76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1" name="preserve-bound-label">
            <a:extLst xmlns:a="http://schemas.openxmlformats.org/drawingml/2006/main">
              <a:ext uri="{FF2B5EF4-FFF2-40B4-BE49-F238E27FC236}">
                <a16:creationId xmlns:a16="http://schemas.microsoft.com/office/drawing/2014/main" id="{EDEACD07-5C1D-4B28-B7A0-7A1DA27E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0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bound S0</a:t>
            </a:r>
          </a:p>
        </p:txBody>
      </p:sp>
      <p:sp>
        <p:nvSpPr>
          <p:cNvPr id="112" name="preserve-gold-label">
            <a:extLst xmlns:a="http://schemas.openxmlformats.org/drawingml/2006/main">
              <a:ext uri="{FF2B5EF4-FFF2-40B4-BE49-F238E27FC236}">
                <a16:creationId xmlns:a16="http://schemas.microsoft.com/office/drawing/2014/main" id="{F2A3B9A9-026F-4D1F-AA5F-E2D3B667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1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13" name="reeval-track">
            <a:extLst xmlns:a="http://schemas.openxmlformats.org/drawingml/2006/main">
              <a:ext uri="{FF2B5EF4-FFF2-40B4-BE49-F238E27FC236}">
                <a16:creationId xmlns:a16="http://schemas.microsoft.com/office/drawing/2014/main" id="{0CDF2370-378F-4D6E-A6AD-11F177D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33909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248D82">
              <a:alpha val="8000"/>
            </a:srgbClr>
          </a:solidFill>
          <a:ln xmlns:a="http://schemas.openxmlformats.org/drawingml/2006/main" w="20955">
            <a:solidFill>
              <a:srgbClr val="248D82"/>
            </a:solidFill>
            <a:prstDash val="solid"/>
          </a:ln>
        </p:spPr>
      </p:sp>
      <p:sp>
        <p:nvSpPr>
          <p:cNvPr id="114" name="reeval-clock-face">
            <a:extLst xmlns:a="http://schemas.openxmlformats.org/drawingml/2006/main">
              <a:ext uri="{FF2B5EF4-FFF2-40B4-BE49-F238E27FC236}">
                <a16:creationId xmlns:a16="http://schemas.microsoft.com/office/drawing/2014/main" id="{6FA305BD-AAE9-4708-88F5-ADBF4FB0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387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5" name="reeval-clock-hand-1">
            <a:extLst xmlns:a="http://schemas.openxmlformats.org/drawingml/2006/main">
              <a:ext uri="{FF2B5EF4-FFF2-40B4-BE49-F238E27FC236}">
                <a16:creationId xmlns:a16="http://schemas.microsoft.com/office/drawing/2014/main" id="{4916086B-C4D3-48D3-A13C-BC67A5DD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17207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8D82"/>
            </a:solidFill>
            <a:prstDash val="solid"/>
          </a:ln>
        </p:spPr>
      </p:sp>
      <p:sp>
        <p:nvSpPr>
          <p:cNvPr id="116" name="reeval-clock-hand-2">
            <a:extLst xmlns:a="http://schemas.openxmlformats.org/drawingml/2006/main">
              <a:ext uri="{FF2B5EF4-FFF2-40B4-BE49-F238E27FC236}">
                <a16:creationId xmlns:a16="http://schemas.microsoft.com/office/drawing/2014/main" id="{00A17E35-6DF1-455E-9C03-53C0251A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314950"/>
            <a:ext cx="1333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8D82"/>
            </a:solidFill>
            <a:prstDash val="solid"/>
          </a:ln>
        </p:spPr>
      </p:sp>
      <p:sp>
        <p:nvSpPr>
          <p:cNvPr id="117" name="reeval-clock-hub">
            <a:extLst xmlns:a="http://schemas.openxmlformats.org/drawingml/2006/main">
              <a:ext uri="{FF2B5EF4-FFF2-40B4-BE49-F238E27FC236}">
                <a16:creationId xmlns:a16="http://schemas.microsoft.com/office/drawing/2014/main" id="{B1AB3DE5-11A5-47B4-99CD-DCD17210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52816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reeval-mode">
            <a:extLst xmlns:a="http://schemas.openxmlformats.org/drawingml/2006/main">
              <a:ext uri="{FF2B5EF4-FFF2-40B4-BE49-F238E27FC236}">
                <a16:creationId xmlns:a16="http://schemas.microsoft.com/office/drawing/2014/main" id="{97093DC7-01D7-4A6C-AE45-B312E0C6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REEVALUATE</a:t>
            </a:r>
          </a:p>
        </p:txBody>
      </p:sp>
      <p:sp>
        <p:nvSpPr>
          <p:cNvPr id="119" name="reeval-event-1">
            <a:extLst xmlns:a="http://schemas.openxmlformats.org/drawingml/2006/main">
              <a:ext uri="{FF2B5EF4-FFF2-40B4-BE49-F238E27FC236}">
                <a16:creationId xmlns:a16="http://schemas.microsoft.com/office/drawing/2014/main" id="{544984D8-7F54-4E1E-898C-637F4AFB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05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DEFER</a:t>
            </a:r>
          </a:p>
        </p:txBody>
      </p:sp>
      <p:sp>
        <p:nvSpPr>
          <p:cNvPr id="120" name="reeval-event-2">
            <a:extLst xmlns:a="http://schemas.openxmlformats.org/drawingml/2006/main">
              <a:ext uri="{FF2B5EF4-FFF2-40B4-BE49-F238E27FC236}">
                <a16:creationId xmlns:a16="http://schemas.microsoft.com/office/drawing/2014/main" id="{5EE4A159-FBAC-436D-9630-4CECD7F5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054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0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21" name="reeval-deferred">
            <a:extLst xmlns:a="http://schemas.openxmlformats.org/drawingml/2006/main">
              <a:ext uri="{FF2B5EF4-FFF2-40B4-BE49-F238E27FC236}">
                <a16:creationId xmlns:a16="http://schemas.microsoft.com/office/drawing/2014/main" id="{B3553EE9-D5C3-40B1-80A2-4C034604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229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22" name="reeval-gold">
            <a:extLst xmlns:a="http://schemas.openxmlformats.org/drawingml/2006/main">
              <a:ext uri="{FF2B5EF4-FFF2-40B4-BE49-F238E27FC236}">
                <a16:creationId xmlns:a16="http://schemas.microsoft.com/office/drawing/2014/main" id="{5E899AE7-412C-4EF5-BE20-A927797A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00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3" name="reeval-deferred-label">
            <a:extLst xmlns:a="http://schemas.openxmlformats.org/drawingml/2006/main">
              <a:ext uri="{FF2B5EF4-FFF2-40B4-BE49-F238E27FC236}">
                <a16:creationId xmlns:a16="http://schemas.microsoft.com/office/drawing/2014/main" id="{41ED1138-A88C-40F6-B270-E406BDC2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959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5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deferred</a:t>
            </a:r>
          </a:p>
        </p:txBody>
      </p:sp>
      <p:sp>
        <p:nvSpPr>
          <p:cNvPr id="124" name="reeval-gold-label">
            <a:extLst xmlns:a="http://schemas.openxmlformats.org/drawingml/2006/main">
              <a:ext uri="{FF2B5EF4-FFF2-40B4-BE49-F238E27FC236}">
                <a16:creationId xmlns:a16="http://schemas.microsoft.com/office/drawing/2014/main" id="{F05EF7C0-E2BA-4AF1-9CB6-CEADC3D7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34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25" name="core-conclusion">
            <a:extLst xmlns:a="http://schemas.openxmlformats.org/drawingml/2006/main">
              <a:ext uri="{FF2B5EF4-FFF2-40B4-BE49-F238E27FC236}">
                <a16:creationId xmlns:a16="http://schemas.microsoft.com/office/drawing/2014/main" id="{899FB7AB-2B05-455C-B040-A4539EB8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153150"/>
            <a:ext cx="3124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BC6B">
              <a:alpha val="42000"/>
            </a:srgbClr>
          </a:solidFill>
          <a:ln xmlns:a="http://schemas.openxmlformats.org/drawingml/2006/main" w="17145">
            <a:solidFill>
              <a:srgbClr val="EABC6B"/>
            </a:solidFill>
            <a:prstDash val="solid"/>
          </a:ln>
        </p:spPr>
      </p:sp>
      <p:sp>
        <p:nvSpPr>
          <p:cNvPr id="126" name="core-conclusion-text">
            <a:extLst xmlns:a="http://schemas.openxmlformats.org/drawingml/2006/main">
              <a:ext uri="{FF2B5EF4-FFF2-40B4-BE49-F238E27FC236}">
                <a16:creationId xmlns:a16="http://schemas.microsoft.com/office/drawing/2014/main" id="{F1696D60-7906-416A-8CB5-C10B1A23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293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56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Same transition + opposite golds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00" b="1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make selective re-resolution measurable</a:t>
            </a:r>
          </a:p>
        </p:txBody>
      </p:sp>
      <p:sp>
        <p:nvSpPr>
          <p:cNvPr id="127" name="step-4-badge">
            <a:extLst xmlns:a="http://schemas.openxmlformats.org/drawingml/2006/main">
              <a:ext uri="{FF2B5EF4-FFF2-40B4-BE49-F238E27FC236}">
                <a16:creationId xmlns:a16="http://schemas.microsoft.com/office/drawing/2014/main" id="{B1800EA1-37EF-48F4-9CBD-975984C0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95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128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960107F9-EF0B-4464-A6A2-45FD2573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95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9" name="step-4-label">
            <a:extLst xmlns:a="http://schemas.openxmlformats.org/drawingml/2006/main">
              <a:ext uri="{FF2B5EF4-FFF2-40B4-BE49-F238E27FC236}">
                <a16:creationId xmlns:a16="http://schemas.microsoft.com/office/drawing/2014/main" id="{9A6ED013-E02B-4002-84BF-6C9EC019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88582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RUN BOTH MEMBERS</a:t>
            </a:r>
          </a:p>
        </p:txBody>
      </p:sp>
      <p:sp>
        <p:nvSpPr>
          <p:cNvPr id="130" name="run-same-interface">
            <a:extLst xmlns:a="http://schemas.openxmlformats.org/drawingml/2006/main">
              <a:ext uri="{FF2B5EF4-FFF2-40B4-BE49-F238E27FC236}">
                <a16:creationId xmlns:a16="http://schemas.microsoft.com/office/drawing/2014/main" id="{BFF69DF7-8E91-4DD3-A434-971853C4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304925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same states, tools, and controller interface</a:t>
            </a:r>
          </a:p>
        </p:txBody>
      </p:sp>
      <p:sp>
        <p:nvSpPr>
          <p:cNvPr id="131" name="input-p">
            <a:extLst xmlns:a="http://schemas.openxmlformats.org/drawingml/2006/main">
              <a:ext uri="{FF2B5EF4-FFF2-40B4-BE49-F238E27FC236}">
                <a16:creationId xmlns:a16="http://schemas.microsoft.com/office/drawing/2014/main" id="{12AEE3A1-5571-4336-86BC-4412B860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838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56D4E">
              <a:alpha val="8000"/>
            </a:srgbClr>
          </a:solidFill>
          <a:ln xmlns:a="http://schemas.openxmlformats.org/drawingml/2006/main" w="17145">
            <a:solidFill>
              <a:srgbClr val="E56D4E"/>
            </a:solidFill>
            <a:prstDash val="solid"/>
          </a:ln>
        </p:spPr>
      </p:sp>
      <p:sp>
        <p:nvSpPr>
          <p:cNvPr id="132" name="input-p-text">
            <a:extLst xmlns:a="http://schemas.openxmlformats.org/drawingml/2006/main">
              <a:ext uri="{FF2B5EF4-FFF2-40B4-BE49-F238E27FC236}">
                <a16:creationId xmlns:a16="http://schemas.microsoft.com/office/drawing/2014/main" id="{ECFD9101-35C5-4B98-AC0F-6C46FD4A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336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33" name="input-r">
            <a:extLst xmlns:a="http://schemas.openxmlformats.org/drawingml/2006/main">
              <a:ext uri="{FF2B5EF4-FFF2-40B4-BE49-F238E27FC236}">
                <a16:creationId xmlns:a16="http://schemas.microsoft.com/office/drawing/2014/main" id="{A6032F0F-5C02-4DAC-A3B8-3847B959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24200"/>
            <a:ext cx="838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48D82">
              <a:alpha val="8000"/>
            </a:srgbClr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134" name="input-r-text">
            <a:extLst xmlns:a="http://schemas.openxmlformats.org/drawingml/2006/main">
              <a:ext uri="{FF2B5EF4-FFF2-40B4-BE49-F238E27FC236}">
                <a16:creationId xmlns:a16="http://schemas.microsoft.com/office/drawing/2014/main" id="{EF8ABA71-6AF1-4264-ABDB-57B44BD3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718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5" name="controller-chip">
            <a:extLst xmlns:a="http://schemas.openxmlformats.org/drawingml/2006/main">
              <a:ext uri="{FF2B5EF4-FFF2-40B4-BE49-F238E27FC236}">
                <a16:creationId xmlns:a16="http://schemas.microsoft.com/office/drawing/2014/main" id="{6F0B5E44-90DC-4A03-853D-85DB967A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809750"/>
            <a:ext cx="1790700" cy="241935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407A7F">
              <a:alpha val="6000"/>
            </a:srgbClr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</p:sp>
      <p:sp>
        <p:nvSpPr>
          <p:cNvPr id="136" name="controller-robot-antenna">
            <a:extLst xmlns:a="http://schemas.openxmlformats.org/drawingml/2006/main">
              <a:ext uri="{FF2B5EF4-FFF2-40B4-BE49-F238E27FC236}">
                <a16:creationId xmlns:a16="http://schemas.microsoft.com/office/drawing/2014/main" id="{734A376E-DD37-47F2-998D-90464239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9621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37" name="controller-robot-tip">
            <a:extLst xmlns:a="http://schemas.openxmlformats.org/drawingml/2006/main">
              <a:ext uri="{FF2B5EF4-FFF2-40B4-BE49-F238E27FC236}">
                <a16:creationId xmlns:a16="http://schemas.microsoft.com/office/drawing/2014/main" id="{BC639E72-854D-4E4B-BB2E-6157ECFE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613" y="1909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8" name="controller-robot-head">
            <a:extLst xmlns:a="http://schemas.openxmlformats.org/drawingml/2006/main">
              <a:ext uri="{FF2B5EF4-FFF2-40B4-BE49-F238E27FC236}">
                <a16:creationId xmlns:a16="http://schemas.microsoft.com/office/drawing/2014/main" id="{C06608C5-ACDD-4F3E-8982-F92EE0E7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076450"/>
            <a:ext cx="9144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407A7F"/>
            </a:solidFill>
            <a:prstDash val="solid"/>
          </a:ln>
        </p:spPr>
      </p:sp>
      <p:sp>
        <p:nvSpPr>
          <p:cNvPr id="139" name="controller-robot-eye-1">
            <a:extLst xmlns:a="http://schemas.openxmlformats.org/drawingml/2006/main">
              <a:ext uri="{FF2B5EF4-FFF2-40B4-BE49-F238E27FC236}">
                <a16:creationId xmlns:a16="http://schemas.microsoft.com/office/drawing/2014/main" id="{55C32AAB-B8EF-42CB-9494-9709DD4D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0" name="controller-robot-eye-2">
            <a:extLst xmlns:a="http://schemas.openxmlformats.org/drawingml/2006/main">
              <a:ext uri="{FF2B5EF4-FFF2-40B4-BE49-F238E27FC236}">
                <a16:creationId xmlns:a16="http://schemas.microsoft.com/office/drawing/2014/main" id="{5B382C73-4B2F-4922-B9A0-25AE47DE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1" name="controller-robot-mouth">
            <a:extLst xmlns:a="http://schemas.openxmlformats.org/drawingml/2006/main">
              <a:ext uri="{FF2B5EF4-FFF2-40B4-BE49-F238E27FC236}">
                <a16:creationId xmlns:a16="http://schemas.microsoft.com/office/drawing/2014/main" id="{FE546A10-3031-4D34-99D3-221D8170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2533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407A7F"/>
            </a:solidFill>
            <a:prstDash val="solid"/>
          </a:ln>
        </p:spPr>
      </p:sp>
      <p:sp>
        <p:nvSpPr>
          <p:cNvPr id="142" name="controller-robot-pin-l-0">
            <a:extLst xmlns:a="http://schemas.openxmlformats.org/drawingml/2006/main">
              <a:ext uri="{FF2B5EF4-FFF2-40B4-BE49-F238E27FC236}">
                <a16:creationId xmlns:a16="http://schemas.microsoft.com/office/drawing/2014/main" id="{6120141E-4F00-495A-9424-129F1C20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288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3" name="controller-robot-pin-r-0">
            <a:extLst xmlns:a="http://schemas.openxmlformats.org/drawingml/2006/main">
              <a:ext uri="{FF2B5EF4-FFF2-40B4-BE49-F238E27FC236}">
                <a16:creationId xmlns:a16="http://schemas.microsoft.com/office/drawing/2014/main" id="{D60734DD-829B-4AEF-83D1-4B08F893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2288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4" name="controller-robot-pin-l-1">
            <a:extLst xmlns:a="http://schemas.openxmlformats.org/drawingml/2006/main">
              <a:ext uri="{FF2B5EF4-FFF2-40B4-BE49-F238E27FC236}">
                <a16:creationId xmlns:a16="http://schemas.microsoft.com/office/drawing/2014/main" id="{B6BE065C-BB65-4138-A868-AF15F605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400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5" name="controller-robot-pin-r-1">
            <a:extLst xmlns:a="http://schemas.openxmlformats.org/drawingml/2006/main">
              <a:ext uri="{FF2B5EF4-FFF2-40B4-BE49-F238E27FC236}">
                <a16:creationId xmlns:a16="http://schemas.microsoft.com/office/drawing/2014/main" id="{A37B50C2-9109-4361-81B8-743FB58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400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6" name="controller-robot-pin-l-2">
            <a:extLst xmlns:a="http://schemas.openxmlformats.org/drawingml/2006/main">
              <a:ext uri="{FF2B5EF4-FFF2-40B4-BE49-F238E27FC236}">
                <a16:creationId xmlns:a16="http://schemas.microsoft.com/office/drawing/2014/main" id="{5D9AD249-ADA2-4A9F-80E1-FE8E8E00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71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7" name="controller-robot-pin-r-2">
            <a:extLst xmlns:a="http://schemas.openxmlformats.org/drawingml/2006/main">
              <a:ext uri="{FF2B5EF4-FFF2-40B4-BE49-F238E27FC236}">
                <a16:creationId xmlns:a16="http://schemas.microsoft.com/office/drawing/2014/main" id="{36CD4A98-E16C-419F-AF1E-9186DA69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571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8" name="controller-label">
            <a:extLst xmlns:a="http://schemas.openxmlformats.org/drawingml/2006/main">
              <a:ext uri="{FF2B5EF4-FFF2-40B4-BE49-F238E27FC236}">
                <a16:creationId xmlns:a16="http://schemas.microsoft.com/office/drawing/2014/main" id="{027D6B4C-1CA4-4ECF-947C-C7EC52E9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8765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CONTROLLER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PROBE</a:t>
            </a:r>
          </a:p>
        </p:txBody>
      </p:sp>
      <p:sp>
        <p:nvSpPr>
          <p:cNvPr id="149" name="controller-rule">
            <a:extLst xmlns:a="http://schemas.openxmlformats.org/drawingml/2006/main">
              <a:ext uri="{FF2B5EF4-FFF2-40B4-BE49-F238E27FC236}">
                <a16:creationId xmlns:a16="http://schemas.microsoft.com/office/drawing/2014/main" id="{305722BD-497F-4284-B65E-63D9EDC3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543300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solid"/>
          </a:ln>
        </p:spPr>
      </p:sp>
      <p:sp>
        <p:nvSpPr>
          <p:cNvPr id="150" name="controller-io">
            <a:extLst xmlns:a="http://schemas.openxmlformats.org/drawingml/2006/main">
              <a:ext uri="{FF2B5EF4-FFF2-40B4-BE49-F238E27FC236}">
                <a16:creationId xmlns:a16="http://schemas.microsoft.com/office/drawing/2014/main" id="{8B816657-57B6-4AB8-BE69-0E39EA1E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6004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86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instruction + history</a:t>
            </a:r>
          </a:p>
        </p:txBody>
      </p:sp>
      <p:sp>
        <p:nvSpPr>
          <p:cNvPr id="151" name="controller-target">
            <a:extLst xmlns:a="http://schemas.openxmlformats.org/drawingml/2006/main">
              <a:ext uri="{FF2B5EF4-FFF2-40B4-BE49-F238E27FC236}">
                <a16:creationId xmlns:a16="http://schemas.microsoft.com/office/drawing/2014/main" id="{FE1D3DAF-C69C-4AC6-AB5C-CE89341E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576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selected target ID</a:t>
            </a:r>
          </a:p>
        </p:txBody>
      </p:sp>
      <p:sp>
        <p:nvSpPr>
          <p:cNvPr id="152" name="output-p">
            <a:extLst xmlns:a="http://schemas.openxmlformats.org/drawingml/2006/main">
              <a:ext uri="{FF2B5EF4-FFF2-40B4-BE49-F238E27FC236}">
                <a16:creationId xmlns:a16="http://schemas.microsoft.com/office/drawing/2014/main" id="{9AE1AECF-0C52-464F-B1F3-4826E2ED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23526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T_P</a:t>
            </a:r>
          </a:p>
        </p:txBody>
      </p:sp>
      <p:sp>
        <p:nvSpPr>
          <p:cNvPr id="153" name="output-r">
            <a:extLst xmlns:a="http://schemas.openxmlformats.org/drawingml/2006/main">
              <a:ext uri="{FF2B5EF4-FFF2-40B4-BE49-F238E27FC236}">
                <a16:creationId xmlns:a16="http://schemas.microsoft.com/office/drawing/2014/main" id="{2E1C2850-A448-42C4-B7C1-A5137D6A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31908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T_R</a:t>
            </a:r>
          </a:p>
        </p:txBody>
      </p:sp>
      <p:sp>
        <p:nvSpPr>
          <p:cNvPr id="154" name="output-p-gold">
            <a:extLst xmlns:a="http://schemas.openxmlformats.org/drawingml/2006/main">
              <a:ext uri="{FF2B5EF4-FFF2-40B4-BE49-F238E27FC236}">
                <a16:creationId xmlns:a16="http://schemas.microsoft.com/office/drawing/2014/main" id="{3C56548D-CB20-41E3-8ADE-61B74E9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981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gold A</a:t>
            </a:r>
          </a:p>
        </p:txBody>
      </p:sp>
      <p:sp>
        <p:nvSpPr>
          <p:cNvPr id="155" name="output-r-gold">
            <a:extLst xmlns:a="http://schemas.openxmlformats.org/drawingml/2006/main">
              <a:ext uri="{FF2B5EF4-FFF2-40B4-BE49-F238E27FC236}">
                <a16:creationId xmlns:a16="http://schemas.microsoft.com/office/drawing/2014/main" id="{91D894F7-5E46-42E6-870A-1B5F5FD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3819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gold B</a:t>
            </a:r>
          </a:p>
        </p:txBody>
      </p:sp>
      <p:sp>
        <p:nvSpPr>
          <p:cNvPr id="156" name="selected-id-db">
            <a:extLst xmlns:a="http://schemas.openxmlformats.org/drawingml/2006/main">
              <a:ext uri="{FF2B5EF4-FFF2-40B4-BE49-F238E27FC236}">
                <a16:creationId xmlns:a16="http://schemas.microsoft.com/office/drawing/2014/main" id="{B4EA1EE9-EA13-4661-999F-48D76BBB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171950"/>
            <a:ext cx="628650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407A7F">
              <a:alpha val="10000"/>
            </a:srgbClr>
          </a:solidFill>
          <a:ln xmlns:a="http://schemas.openxmlformats.org/drawingml/2006/main" w="20955">
            <a:solidFill>
              <a:srgbClr val="407A7F"/>
            </a:solidFill>
            <a:prstDash val="solid"/>
          </a:ln>
        </p:spPr>
      </p:sp>
      <p:sp>
        <p:nvSpPr>
          <p:cNvPr id="157" name="selected-id-db-label">
            <a:extLst xmlns:a="http://schemas.openxmlformats.org/drawingml/2006/main">
              <a:ext uri="{FF2B5EF4-FFF2-40B4-BE49-F238E27FC236}">
                <a16:creationId xmlns:a16="http://schemas.microsoft.com/office/drawing/2014/main" id="{BD580C57-FDDE-44B1-962D-75331029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362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58" name="action-tool">
            <a:extLst xmlns:a="http://schemas.openxmlformats.org/drawingml/2006/main">
              <a:ext uri="{FF2B5EF4-FFF2-40B4-BE49-F238E27FC236}">
                <a16:creationId xmlns:a16="http://schemas.microsoft.com/office/drawing/2014/main" id="{F6EF803A-9574-4797-8588-4EDDE600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200525"/>
            <a:ext cx="876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BC6B">
              <a:alpha val="18000"/>
            </a:srgbClr>
          </a:solidFill>
          <a:ln xmlns:a="http://schemas.openxmlformats.org/drawingml/2006/main" w="19050">
            <a:solidFill>
              <a:srgbClr val="EABC6B"/>
            </a:solidFill>
            <a:prstDash val="solid"/>
          </a:ln>
        </p:spPr>
      </p:sp>
      <p:sp>
        <p:nvSpPr>
          <p:cNvPr id="159" name="action-tool-label">
            <a:extLst xmlns:a="http://schemas.openxmlformats.org/drawingml/2006/main">
              <a:ext uri="{FF2B5EF4-FFF2-40B4-BE49-F238E27FC236}">
                <a16:creationId xmlns:a16="http://schemas.microsoft.com/office/drawing/2014/main" id="{B69DBBC3-FF81-4F80-870C-6184EB2D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3053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160" name="final-state-db">
            <a:extLst xmlns:a="http://schemas.openxmlformats.org/drawingml/2006/main">
              <a:ext uri="{FF2B5EF4-FFF2-40B4-BE49-F238E27FC236}">
                <a16:creationId xmlns:a16="http://schemas.microsoft.com/office/drawing/2014/main" id="{2BD8B71E-BA3E-4B37-BFDE-EA39A970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171950"/>
            <a:ext cx="628650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60AA84">
              <a:alpha val="10000"/>
            </a:srgbClr>
          </a:solidFill>
          <a:ln xmlns:a="http://schemas.openxmlformats.org/drawingml/2006/main" w="20955">
            <a:solidFill>
              <a:srgbClr val="60AA84"/>
            </a:solidFill>
            <a:prstDash val="solid"/>
          </a:ln>
        </p:spPr>
      </p:sp>
      <p:sp>
        <p:nvSpPr>
          <p:cNvPr id="161" name="final-state-db-label">
            <a:extLst xmlns:a="http://schemas.openxmlformats.org/drawingml/2006/main">
              <a:ext uri="{FF2B5EF4-FFF2-40B4-BE49-F238E27FC236}">
                <a16:creationId xmlns:a16="http://schemas.microsoft.com/office/drawing/2014/main" id="{3992A5D5-5BE7-4FB2-81E1-742453DE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362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S1+</a:t>
            </a:r>
          </a:p>
        </p:txBody>
      </p:sp>
      <p:sp>
        <p:nvSpPr>
          <p:cNvPr id="162" name="consequence-label">
            <a:extLst xmlns:a="http://schemas.openxmlformats.org/drawingml/2006/main">
              <a:ext uri="{FF2B5EF4-FFF2-40B4-BE49-F238E27FC236}">
                <a16:creationId xmlns:a16="http://schemas.microsoft.com/office/drawing/2014/main" id="{C73E7B6C-42C2-48E6-B3D5-F2656F9D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6252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target-to-write consequence</a:t>
            </a:r>
          </a:p>
        </p:txBody>
      </p:sp>
      <p:sp>
        <p:nvSpPr>
          <p:cNvPr id="163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5F4805F0-E3A7-41CC-AA09-5D5AE480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1495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B87F"/>
            </a:solidFill>
            <a:prstDash val="dash"/>
          </a:ln>
        </p:spPr>
      </p:sp>
      <p:sp>
        <p:nvSpPr>
          <p:cNvPr id="164" name="metric-pair-a">
            <a:extLst xmlns:a="http://schemas.openxmlformats.org/drawingml/2006/main">
              <a:ext uri="{FF2B5EF4-FFF2-40B4-BE49-F238E27FC236}">
                <a16:creationId xmlns:a16="http://schemas.microsoft.com/office/drawing/2014/main" id="{091844AF-DD5B-4D9A-B576-F1DF0A0F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419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5" name="metric-pair-b">
            <a:extLst xmlns:a="http://schemas.openxmlformats.org/drawingml/2006/main">
              <a:ext uri="{FF2B5EF4-FFF2-40B4-BE49-F238E27FC236}">
                <a16:creationId xmlns:a16="http://schemas.microsoft.com/office/drawing/2014/main" id="{BB157B04-9053-465D-A3AC-F814CFFA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419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metric-pair">
            <a:extLst xmlns:a="http://schemas.openxmlformats.org/drawingml/2006/main">
              <a:ext uri="{FF2B5EF4-FFF2-40B4-BE49-F238E27FC236}">
                <a16:creationId xmlns:a16="http://schemas.microsoft.com/office/drawing/2014/main" id="{F825074C-3399-47BA-B5EA-E899973D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3721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PairAcc</a:t>
            </a:r>
          </a:p>
        </p:txBody>
      </p:sp>
      <p:sp>
        <p:nvSpPr>
          <p:cNvPr id="167" name="metric-pair-desc">
            <a:extLst xmlns:a="http://schemas.openxmlformats.org/drawingml/2006/main">
              <a:ext uri="{FF2B5EF4-FFF2-40B4-BE49-F238E27FC236}">
                <a16:creationId xmlns:a16="http://schemas.microsoft.com/office/drawing/2014/main" id="{170BFA20-811B-4C5D-9366-EAA90F74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63880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both pair members correct</a:t>
            </a:r>
          </a:p>
        </p:txBody>
      </p:sp>
      <p:sp>
        <p:nvSpPr>
          <p:cNvPr id="168" name="metric-sub-a">
            <a:extLst xmlns:a="http://schemas.openxmlformats.org/drawingml/2006/main">
              <a:ext uri="{FF2B5EF4-FFF2-40B4-BE49-F238E27FC236}">
                <a16:creationId xmlns:a16="http://schemas.microsoft.com/office/drawing/2014/main" id="{BA9C4F55-4616-4B08-AC49-0795CE49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934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9" name="metric-sub-arrow">
            <a:extLst xmlns:a="http://schemas.openxmlformats.org/drawingml/2006/main">
              <a:ext uri="{FF2B5EF4-FFF2-40B4-BE49-F238E27FC236}">
                <a16:creationId xmlns:a16="http://schemas.microsoft.com/office/drawing/2014/main" id="{38732B4D-93D5-4EE3-BEF5-5A9495C9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03885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70" name="metric-sub-b">
            <a:extLst xmlns:a="http://schemas.openxmlformats.org/drawingml/2006/main">
              <a:ext uri="{FF2B5EF4-FFF2-40B4-BE49-F238E27FC236}">
                <a16:creationId xmlns:a16="http://schemas.microsoft.com/office/drawing/2014/main" id="{ACC9EF90-3EC4-4278-A331-5FBC753D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934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1" name="metric-sub">
            <a:extLst xmlns:a="http://schemas.openxmlformats.org/drawingml/2006/main">
              <a:ext uri="{FF2B5EF4-FFF2-40B4-BE49-F238E27FC236}">
                <a16:creationId xmlns:a16="http://schemas.microsoft.com/office/drawing/2014/main" id="{5A5DBEBF-14D1-47AD-8EAB-D9865EA0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959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Conditional substitution</a:t>
            </a:r>
          </a:p>
        </p:txBody>
      </p:sp>
      <p:sp>
        <p:nvSpPr>
          <p:cNvPr id="172" name="metric-sub-desc">
            <a:extLst xmlns:a="http://schemas.openxmlformats.org/drawingml/2006/main">
              <a:ext uri="{FF2B5EF4-FFF2-40B4-BE49-F238E27FC236}">
                <a16:creationId xmlns:a16="http://schemas.microsoft.com/office/drawing/2014/main" id="{15E3048D-34B6-44B1-8455-B89BA9E1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62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B replaces valid bound A</a:t>
            </a:r>
          </a:p>
        </p:txBody>
      </p:sp>
      <p:sp>
        <p:nvSpPr>
          <p:cNvPr id="173" name="metric-write-db">
            <a:extLst xmlns:a="http://schemas.openxmlformats.org/drawingml/2006/main">
              <a:ext uri="{FF2B5EF4-FFF2-40B4-BE49-F238E27FC236}">
                <a16:creationId xmlns:a16="http://schemas.microsoft.com/office/drawing/2014/main" id="{8A222297-A4D8-4C5D-9854-92AF2B36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514350" cy="4381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60AA84">
              <a:alpha val="10000"/>
            </a:srgbClr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</p:sp>
      <p:sp>
        <p:nvSpPr>
          <p:cNvPr id="174" name="metric-write">
            <a:extLst xmlns:a="http://schemas.openxmlformats.org/drawingml/2006/main">
              <a:ext uri="{FF2B5EF4-FFF2-40B4-BE49-F238E27FC236}">
                <a16:creationId xmlns:a16="http://schemas.microsoft.com/office/drawing/2014/main" id="{62C4DF48-615B-4826-9D8D-2B647070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Executed state diff</a:t>
            </a:r>
          </a:p>
        </p:txBody>
      </p:sp>
      <p:sp>
        <p:nvSpPr>
          <p:cNvPr id="175" name="metric-write-desc">
            <a:extLst xmlns:a="http://schemas.openxmlformats.org/drawingml/2006/main">
              <a:ext uri="{FF2B5EF4-FFF2-40B4-BE49-F238E27FC236}">
                <a16:creationId xmlns:a16="http://schemas.microsoft.com/office/drawing/2014/main" id="{28B4C69E-019E-4C08-A988-1AADC93D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76275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which entity received the action</a:t>
            </a:r>
          </a:p>
        </p:txBody>
      </p:sp>
    </p:spTree>
    <p:extLst>
      <p:ext uri="{BB962C8B-B14F-4D97-AF65-F5344CB8AC3E}">
        <p14:creationId xmlns:p14="http://schemas.microsoft.com/office/powerpoint/2010/main" val="1747456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2026-07-28T09:22:14.0890000Z</dcterms:created>
  <dcterms:modified xsi:type="dcterms:W3CDTF">2026-07-28T09:22:14.0890000Z</dcterms:modified>
</coreProperties>
</file>