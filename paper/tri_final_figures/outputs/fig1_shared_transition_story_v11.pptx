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241573241407d" /><Relationship Type="http://schemas.openxmlformats.org/officeDocument/2006/relationships/extended-properties" Target="/docProps/app.xml" Id="R6ab36c69c30f4151" /><Relationship Type="http://schemas.openxmlformats.org/officeDocument/2006/relationships/officeDocument" Target="/ppt/presentation.xml" Id="R86056115f8a9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a373e487634da3"/>
  </p:sldMasterIdLst>
  <p:notesMasterIdLst>
    <p:notesMasterId xmlns:r="http://schemas.openxmlformats.org/officeDocument/2006/relationships" r:id="R759bcc1db2124eea"/>
  </p:notesMasterIdLst>
  <p:sldIdLst>
    <p:sldId xmlns:r="http://schemas.openxmlformats.org/officeDocument/2006/relationships" id="256" r:id="Rb6fd44c9aa74492b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e17e1fb54c4cef" /><Relationship Type="http://schemas.openxmlformats.org/officeDocument/2006/relationships/slideMaster" Target="/ppt/slideMasters/slideMaster1.xml" Id="R91a373e487634da3" /><Relationship Type="http://schemas.openxmlformats.org/officeDocument/2006/relationships/notesMaster" Target="/ppt/notesMasters/notesMaster1.xml" Id="R759bcc1db2124eea" /><Relationship Type="http://schemas.openxmlformats.org/officeDocument/2006/relationships/presProps" Target="/ppt/presProps.xml" Id="R1fe9c62ba8804f74" /><Relationship Type="http://schemas.openxmlformats.org/officeDocument/2006/relationships/tableStyles" Target="/ppt/tableStyles.xml" Id="R0677ad456f1f4383" /><Relationship Type="http://schemas.openxmlformats.org/officeDocument/2006/relationships/slide" Target="/ppt/slides/slide1.xml" Id="Rb6fd44c9aa7449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15e4ef89441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c4b79240d94d2e" /><Relationship Type="http://schemas.openxmlformats.org/officeDocument/2006/relationships/notesMaster" Target="/ppt/notesMasters/notesMaster1.xml" Id="Rac9ff4265e4242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54a4c5dfe49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7985c7b794a13" /><Relationship Type="http://schemas.openxmlformats.org/officeDocument/2006/relationships/slideLayout" Target="/ppt/slideLayouts/slideLayout1.xml" Id="R9a8c0ecd9609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8c0ecd9609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f89a863c4657" /><Relationship Type="http://schemas.openxmlformats.org/officeDocument/2006/relationships/notesSlide" Target="/ppt/notesSlides/notesSlide1.xml" Id="Rfc57abaa4a6e42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07B9D803-6C59-43C1-B800-C23CC64D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correct target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36C7E8DE-468D-4448-9CD9-A064796E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The same refresh supports opposite-gold instructions.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94213DDF-211F-4818-9480-5B01F49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DFD350DC-E1F2-4073-A4FC-36FCB20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4CCEFAB3-A655-49B9-98E7-7418FFC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A10D9245-D158-40B0-9E5A-A339DA1C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57D89AA4-0E11-4324-BEE5-DAD750BC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E7C79C1B-C4B3-4B6A-AD71-40B0B0EE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D4D10BEA-BD41-4498-815D-1BF5C76F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BD1FE9F5-F505-410E-B834-B73A4D16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B5903B26-D7DB-4F7E-9F0C-DC1EE4D2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0F4937E1-332A-490F-B1B9-2DDC1DEB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95DFC776-1330-4242-AC2D-582CE89F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FAA5483B-DBE0-43AD-A567-A87D04DB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6F18AF83-D680-4CA3-9071-8466C047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7868EC12-1412-4E31-A50A-76CCFB0A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9CC04C70-11C9-46AB-BCBB-3F6960E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217829F6-76D3-450C-8901-75F69855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ACF90344-41AB-46A2-80FF-558A4FBB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7A2FA2C3-A979-46F1-9C57-7AFA232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1AC908E0-FEE7-4F93-9177-18EB22A1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8B89D4C1-E866-45C6-9D10-46CB1C6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3FCB2E31-EC5B-493A-AE8A-269FE102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8CE41C00-A99F-41A0-9328-F581EF42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C850DCDB-043A-4013-9D41-3BA836F2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93B73BED-5267-474A-8250-83B99D9C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5F48424C-2B8C-4714-8DE9-61F6BB2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26F0D423-0E2E-48FE-BE85-ADC42E43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8DE6E441-F490-49E3-96E2-869B6C85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75368B8E-B56A-4046-A72F-017177EC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6ECD2796-A1C8-49F3-ADE7-E621AAED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B14AFDFC-4FAD-409C-A65B-F1DFAD40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90246808-36BF-4BE7-ADA8-97584399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2383A421-D1EE-4BDC-A7A8-98DE96F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F913A4C2-8ADC-4932-99FC-711BA90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C49188E4-3AD0-4B7D-8E55-45BA767F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8C7C6534-002F-46FD-990A-8A87E25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B728AF4D-8526-454C-A46E-E543FEB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218022B8-476C-4ED5-9762-6693551D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5F9BB1EF-E613-4824-B744-8AB3D840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A79789F1-59E0-4C23-B1A3-7A60FFB0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1E07E102-A7A6-470D-AB02-BA8A1E7A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C09CCEFD-5DEC-42AF-A51B-8801EB67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8CDCA651-7E09-4DE0-ACFD-B7BE47B5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72CC93E8-ECF7-4E01-85E1-60BB440A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2514FD99-40B0-44D1-AFBE-1FAAFD3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CA055561-4798-47FD-982E-7926924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236609CB-E7FF-484B-96CF-7DCA9FCA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5B8D27FF-EEF1-405E-A86A-70FD4B9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D4D40CD4-ED1E-4BA3-84CB-063B537B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3A26891B-84B9-4B8E-822F-04E761C2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49384A9A-8B47-420F-B848-F5880F8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2DE1F94A-9425-429E-818D-5E673096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10F2E42B-321B-4EA0-AD2D-B6297D7E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27A92262-6381-490A-B3F7-7EA57CDF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264C98F1-91A1-48D1-8923-CD07B6A7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D53E66E8-C86D-457B-9FE6-02AB7360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1270B0E7-EE37-4A98-A730-8C4D4C87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2436CFD2-AB22-4B90-BCCE-3872C6BF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64A742CD-748D-4697-A065-86A15602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87096539-39E2-4BC7-BEC6-8E336A72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22000F46-EB83-43F5-9E2F-80C1C5C4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9FF89F1F-AE80-456D-A91C-E84E0BED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control-frame-shadow">
            <a:extLst xmlns:a="http://schemas.openxmlformats.org/drawingml/2006/main">
              <a:ext uri="{FF2B5EF4-FFF2-40B4-BE49-F238E27FC236}">
                <a16:creationId xmlns:a16="http://schemas.microsoft.com/office/drawing/2014/main" id="{A18FD7A0-458E-4EFD-9D69-55A2CB58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9525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DFF1F0"/>
          </a:solidFill>
          <a:ln xmlns:a="http://schemas.openxmlformats.org/drawingml/2006/main" w="19050">
            <a:solidFill>
              <a:srgbClr val="DFF1F0"/>
            </a:solidFill>
            <a:prstDash val="solid"/>
          </a:ln>
        </p:spPr>
      </p:sp>
      <p:sp>
        <p:nvSpPr>
          <p:cNvPr id="65" name="control-frame">
            <a:extLst xmlns:a="http://schemas.openxmlformats.org/drawingml/2006/main">
              <a:ext uri="{FF2B5EF4-FFF2-40B4-BE49-F238E27FC236}">
                <a16:creationId xmlns:a16="http://schemas.microsoft.com/office/drawing/2014/main" id="{F116CF60-D1FE-465B-9D48-1968B3CC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8382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5AA34928-2B1B-4C56-96E3-B1AE8BE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D6DFF25A-FF7A-4BD9-8DB6-88F86B38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417055CB-4969-4FC6-89AC-88EB37F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847642F7-749D-4DB6-8609-322C372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65CF17A4-0AAE-4309-B1B3-0C6FE61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D32A7C39-731A-43B2-8EA6-6709CEA6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5260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control-state-divider">
            <a:extLst xmlns:a="http://schemas.openxmlformats.org/drawingml/2006/main">
              <a:ext uri="{FF2B5EF4-FFF2-40B4-BE49-F238E27FC236}">
                <a16:creationId xmlns:a16="http://schemas.microsoft.com/office/drawing/2014/main" id="{D50EB42E-B08C-4D75-B807-A16536CD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205740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73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3864E1E2-F4C0-4BE3-9FF3-ED5A971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4" name="preserve-it">
            <a:extLst xmlns:a="http://schemas.openxmlformats.org/drawingml/2006/main">
              <a:ext uri="{FF2B5EF4-FFF2-40B4-BE49-F238E27FC236}">
                <a16:creationId xmlns:a16="http://schemas.microsoft.com/office/drawing/2014/main" id="{EEBF280E-C41F-4B0E-923F-888DF44D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5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CB7EB7F5-3711-4BD1-A519-1AE6339C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669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6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40FFBDEF-C316-47AE-9FDA-A13F6EDB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590800"/>
            <a:ext cx="5905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54F4C3DF-D3F3-4F3E-9914-B1B59C0C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2630" y="240982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791FE88E-9D51-4FD6-B21D-B5D906CB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9768" y="259842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9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16445118-AC57-4475-A86D-FBD7A64F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073" y="267557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1836E636-F17D-40DB-A637-F4FD159E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790" y="273558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E0276CDC-864D-49BC-B4E7-3EDD929A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2590800"/>
            <a:ext cx="4095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5E6AC4AA-E10C-4F54-8746-67C0CAE3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4792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3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41C23500-BB1F-42DD-ABA4-CB978239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57450"/>
            <a:ext cx="504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0E41892F-6309-4141-A13A-9F95D63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0384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85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11253933-E847-4D0B-B2F4-7D51CA03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467100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6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E5F460C9-509A-49FE-868C-EF7DA260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7" name="reevaluate-unresolved-it">
            <a:extLst xmlns:a="http://schemas.openxmlformats.org/drawingml/2006/main">
              <a:ext uri="{FF2B5EF4-FFF2-40B4-BE49-F238E27FC236}">
                <a16:creationId xmlns:a16="http://schemas.microsoft.com/office/drawing/2014/main" id="{393B88E5-CA46-4FD6-9037-E5C4E843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6275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8" name="reevaluate-unresolved-line">
            <a:extLst xmlns:a="http://schemas.openxmlformats.org/drawingml/2006/main">
              <a:ext uri="{FF2B5EF4-FFF2-40B4-BE49-F238E27FC236}">
                <a16:creationId xmlns:a16="http://schemas.microsoft.com/office/drawing/2014/main" id="{90A400F5-7FC9-47F0-8024-8425325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68225" y="2276475"/>
            <a:ext cx="60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4BA"/>
            </a:solidFill>
            <a:prstDash val="dash"/>
          </a:ln>
        </p:spPr>
      </p:sp>
      <p:sp>
        <p:nvSpPr>
          <p:cNvPr id="89" name="reevaluate-unresolved-arrow">
            <a:extLst xmlns:a="http://schemas.openxmlformats.org/drawingml/2006/main">
              <a:ext uri="{FF2B5EF4-FFF2-40B4-BE49-F238E27FC236}">
                <a16:creationId xmlns:a16="http://schemas.microsoft.com/office/drawing/2014/main" id="{7EA1E747-503D-48E2-987B-A8781AF5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575" y="221932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evaluate-unresolved-q">
            <a:extLst xmlns:a="http://schemas.openxmlformats.org/drawingml/2006/main">
              <a:ext uri="{FF2B5EF4-FFF2-40B4-BE49-F238E27FC236}">
                <a16:creationId xmlns:a16="http://schemas.microsoft.com/office/drawing/2014/main" id="{EAD435D1-6D91-47F6-B04E-6178381C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1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3BA6BF5A-E8F5-4784-9FAF-54E5F7C0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2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1A66E806-407A-4A41-B369-7D42D6D3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93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D76BC455-9EFB-4868-805F-489DE030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9125" y="268605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F4B3C475-BB47-401D-A0BF-8A811F44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604516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5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65398145-7F7B-4633-823A-814B74C7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96113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6" name="reevaluate-hourglass-side-left">
            <a:extLst xmlns:a="http://schemas.openxmlformats.org/drawingml/2006/main">
              <a:ext uri="{FF2B5EF4-FFF2-40B4-BE49-F238E27FC236}">
                <a16:creationId xmlns:a16="http://schemas.microsoft.com/office/drawing/2014/main" id="{7895D94E-3E83-4D11-A1C4-4F9A34E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7" name="reevaluate-hourglass-side-right">
            <a:extLst xmlns:a="http://schemas.openxmlformats.org/drawingml/2006/main">
              <a:ext uri="{FF2B5EF4-FFF2-40B4-BE49-F238E27FC236}">
                <a16:creationId xmlns:a16="http://schemas.microsoft.com/office/drawing/2014/main" id="{CAB24FA6-1AD3-454E-80F4-3E3CE375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8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7788EEC7-4CD8-4352-85C7-995AD7B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0353" y="2659380"/>
            <a:ext cx="109728" cy="8915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E8AF0E3E-CD5E-43E5-B0BB-01C5F903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723495" y="2837688"/>
            <a:ext cx="123444" cy="8229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reevaluate-hourglass-sand-neck">
            <a:extLst xmlns:a="http://schemas.openxmlformats.org/drawingml/2006/main">
              <a:ext uri="{FF2B5EF4-FFF2-40B4-BE49-F238E27FC236}">
                <a16:creationId xmlns:a16="http://schemas.microsoft.com/office/drawing/2014/main" id="{C3C217C1-461C-4423-9BD4-2BC5B923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643" y="2762250"/>
            <a:ext cx="41148" cy="41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A1AF5822-AEC8-43CB-AD47-9C319D4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9725" y="2686050"/>
            <a:ext cx="4476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77D45F8A-5FD7-41CA-8E55-BD0E250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103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3A3DA93F-5C9F-415E-812E-F5A4DE4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4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DCC8FE4E-D4A0-40D0-83AC-1058097E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0670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82"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105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42E51BE9-2B42-4BF3-8E58-24ACB49A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467100"/>
            <a:ext cx="3276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6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66FFFB4-F6D7-4B1D-B540-51557FA8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7" name="matched-title">
            <a:extLst xmlns:a="http://schemas.openxmlformats.org/drawingml/2006/main">
              <a:ext uri="{FF2B5EF4-FFF2-40B4-BE49-F238E27FC236}">
                <a16:creationId xmlns:a16="http://schemas.microsoft.com/office/drawing/2014/main" id="{3D9587E8-2CBF-4279-9760-C096FB69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4686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OPPOSITE-GOLD MATCHED PAIR</a:t>
            </a:r>
          </a:p>
        </p:txBody>
      </p:sp>
      <p:sp>
        <p:nvSpPr>
          <p:cNvPr id="108" name="matched-note">
            <a:extLst xmlns:a="http://schemas.openxmlformats.org/drawingml/2006/main">
              <a:ext uri="{FF2B5EF4-FFF2-40B4-BE49-F238E27FC236}">
                <a16:creationId xmlns:a16="http://schemas.microsoft.com/office/drawing/2014/main" id="{0167240F-95D7-4FFB-AEE6-3CAD4729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4695825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same states  ·  same selector  ·  timing alone changes</a:t>
            </a:r>
          </a:p>
        </p:txBody>
      </p:sp>
      <p:sp>
        <p:nvSpPr>
          <p:cNvPr id="109" name="guide-instruction">
            <a:extLst xmlns:a="http://schemas.openxmlformats.org/drawingml/2006/main">
              <a:ext uri="{FF2B5EF4-FFF2-40B4-BE49-F238E27FC236}">
                <a16:creationId xmlns:a16="http://schemas.microsoft.com/office/drawing/2014/main" id="{DE70D058-B0B5-4727-B1D8-3F64E46A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962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110" name="guide-target">
            <a:extLst xmlns:a="http://schemas.openxmlformats.org/drawingml/2006/main">
              <a:ext uri="{FF2B5EF4-FFF2-40B4-BE49-F238E27FC236}">
                <a16:creationId xmlns:a16="http://schemas.microsoft.com/office/drawing/2014/main" id="{C1DCBF60-9C83-4984-BFF0-9A0EBDD9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9625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11" name="guide-failure">
            <a:extLst xmlns:a="http://schemas.openxmlformats.org/drawingml/2006/main">
              <a:ext uri="{FF2B5EF4-FFF2-40B4-BE49-F238E27FC236}">
                <a16:creationId xmlns:a16="http://schemas.microsoft.com/office/drawing/2014/main" id="{10380820-07A3-4DDB-BAF8-77A5A362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962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COMPLEMENTARY FAILURE</a:t>
            </a:r>
          </a:p>
        </p:txBody>
      </p:sp>
      <p:sp>
        <p:nvSpPr>
          <p:cNvPr id="112" name="row-1-accent">
            <a:extLst xmlns:a="http://schemas.openxmlformats.org/drawingml/2006/main">
              <a:ext uri="{FF2B5EF4-FFF2-40B4-BE49-F238E27FC236}">
                <a16:creationId xmlns:a16="http://schemas.microsoft.com/office/drawing/2014/main" id="{8FE7B6E6-9292-48C9-9622-CF4A39F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219700"/>
            <a:ext cx="666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row-1-index">
            <a:extLst xmlns:a="http://schemas.openxmlformats.org/drawingml/2006/main">
              <a:ext uri="{FF2B5EF4-FFF2-40B4-BE49-F238E27FC236}">
                <a16:creationId xmlns:a16="http://schemas.microsoft.com/office/drawing/2014/main" id="{AECC8B57-DE6A-40BC-940A-F8BBAAE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52673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4" name="row-1-mode">
            <a:extLst xmlns:a="http://schemas.openxmlformats.org/drawingml/2006/main">
              <a:ext uri="{FF2B5EF4-FFF2-40B4-BE49-F238E27FC236}">
                <a16:creationId xmlns:a16="http://schemas.microsoft.com/office/drawing/2014/main" id="{0A49BEAF-8B17-4FC3-8B90-8101959A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5591175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83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15" name="row-1-text">
            <a:extLst xmlns:a="http://schemas.openxmlformats.org/drawingml/2006/main">
              <a:ext uri="{FF2B5EF4-FFF2-40B4-BE49-F238E27FC236}">
                <a16:creationId xmlns:a16="http://schemas.microsoft.com/office/drawing/2014/main" id="{323F4D5C-423F-4AA8-BFE7-D9F0785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219700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6" name="row-1-to-target">
            <a:extLst xmlns:a="http://schemas.openxmlformats.org/drawingml/2006/main">
              <a:ext uri="{FF2B5EF4-FFF2-40B4-BE49-F238E27FC236}">
                <a16:creationId xmlns:a16="http://schemas.microsoft.com/office/drawing/2014/main" id="{09A8596C-25B7-4DD9-B11D-C7C5608E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5467350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A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9F3773C9-7F61-48AD-8299-11F39A2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2959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8" name="row-1-target-rule">
            <a:extLst xmlns:a="http://schemas.openxmlformats.org/drawingml/2006/main">
              <a:ext uri="{FF2B5EF4-FFF2-40B4-BE49-F238E27FC236}">
                <a16:creationId xmlns:a16="http://schemas.microsoft.com/office/drawing/2014/main" id="{D6FB3BE9-6830-4AAC-B49B-49681EF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72425" y="5800725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4E4A"/>
            </a:solidFill>
            <a:prstDash val="solid"/>
          </a:ln>
        </p:spPr>
      </p:sp>
      <p:sp>
        <p:nvSpPr>
          <p:cNvPr id="119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EE4A262E-4A19-45B6-9D75-03906C7F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0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0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EBA08B38-66C0-4D17-90CD-0401F3F9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24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1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11F06853-5709-4F26-8090-697EEC97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5438775"/>
            <a:ext cx="5429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36DA43DC-F6B9-47B8-848E-5EFB3997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530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3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8C0CBE42-15AD-41D2-B2B6-60F94D77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5324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4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AE40DBCA-3DC9-47A2-8791-DA786044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5334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 re-resolution</a:t>
            </a:r>
          </a:p>
        </p:txBody>
      </p:sp>
      <p:sp>
        <p:nvSpPr>
          <p:cNvPr id="125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AF527CA2-6428-4F6B-B75D-895ACE2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48375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DE8ED"/>
            </a:solidFill>
            <a:prstDash val="solid"/>
          </a:ln>
        </p:spPr>
      </p:sp>
      <p:sp>
        <p:nvSpPr>
          <p:cNvPr id="126" name="row-2-accent">
            <a:extLst xmlns:a="http://schemas.openxmlformats.org/drawingml/2006/main">
              <a:ext uri="{FF2B5EF4-FFF2-40B4-BE49-F238E27FC236}">
                <a16:creationId xmlns:a16="http://schemas.microsoft.com/office/drawing/2014/main" id="{D364B205-CB73-491A-9AC4-304059DF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62675"/>
            <a:ext cx="666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row-2-index">
            <a:extLst xmlns:a="http://schemas.openxmlformats.org/drawingml/2006/main">
              <a:ext uri="{FF2B5EF4-FFF2-40B4-BE49-F238E27FC236}">
                <a16:creationId xmlns:a16="http://schemas.microsoft.com/office/drawing/2014/main" id="{D7299D00-07B6-4706-AF56-F05B4C25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62103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28" name="row-2-mode">
            <a:extLst xmlns:a="http://schemas.openxmlformats.org/drawingml/2006/main">
              <a:ext uri="{FF2B5EF4-FFF2-40B4-BE49-F238E27FC236}">
                <a16:creationId xmlns:a16="http://schemas.microsoft.com/office/drawing/2014/main" id="{57F3D94B-A0FC-4C1A-A274-B8B421EB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6534150"/>
            <a:ext cx="800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56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129" name="row-2-text">
            <a:extLst xmlns:a="http://schemas.openxmlformats.org/drawingml/2006/main">
              <a:ext uri="{FF2B5EF4-FFF2-40B4-BE49-F238E27FC236}">
                <a16:creationId xmlns:a16="http://schemas.microsoft.com/office/drawing/2014/main" id="{206EF843-BBBF-4378-8200-50C59DE6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6162675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465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30" name="row-2-to-target">
            <a:extLst xmlns:a="http://schemas.openxmlformats.org/drawingml/2006/main">
              <a:ext uri="{FF2B5EF4-FFF2-40B4-BE49-F238E27FC236}">
                <a16:creationId xmlns:a16="http://schemas.microsoft.com/office/drawing/2014/main" id="{B475A31F-715C-4BC6-B12C-FC9DD75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641032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A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6D2AD2AB-D481-40B3-B80C-D26F687F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62388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32" name="row-2-target-rule">
            <a:extLst xmlns:a="http://schemas.openxmlformats.org/drawingml/2006/main">
              <a:ext uri="{FF2B5EF4-FFF2-40B4-BE49-F238E27FC236}">
                <a16:creationId xmlns:a16="http://schemas.microsoft.com/office/drawing/2014/main" id="{6215325E-6692-46C5-95D3-08D6FE9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72425" y="674370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8681"/>
            </a:solidFill>
            <a:prstDash val="solid"/>
          </a:ln>
        </p:spPr>
      </p:sp>
      <p:sp>
        <p:nvSpPr>
          <p:cNvPr id="133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E922CE86-AF1C-44E1-BE43-A9F25746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248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4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3FE6A725-8D76-4896-89F2-F2F3204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2674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5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6F106209-3B15-460F-85F5-1A78EBA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381750"/>
            <a:ext cx="5429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05DA4EE5-1880-49A5-91CA-76C99A42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6248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7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504B68EB-4211-4D54-98EA-93B0171D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62674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8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19C141DD-C3B0-46C9-9AF7-145BBD0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6276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 early lock</a:t>
            </a:r>
          </a:p>
        </p:txBody>
      </p:sp>
      <p:sp>
        <p:nvSpPr>
          <p:cNvPr id="139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69E2B0F8-60D7-4D90-BD8F-10EC681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6301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2026-07-28T08:05:09.2000000Z</dcterms:created>
  <dcterms:modified xsi:type="dcterms:W3CDTF">2026-07-28T08:05:09.2000000Z</dcterms:modified>
</coreProperties>
</file>