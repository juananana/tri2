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5eb67bef3445e8" /><Relationship Type="http://schemas.openxmlformats.org/officeDocument/2006/relationships/extended-properties" Target="/docProps/app.xml" Id="R70ab82859db449f4" /><Relationship Type="http://schemas.openxmlformats.org/officeDocument/2006/relationships/officeDocument" Target="/ppt/presentation.xml" Id="Rc25faa6eeaed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a7ab04b115466d"/>
  </p:sldMasterIdLst>
  <p:notesMasterIdLst>
    <p:notesMasterId xmlns:r="http://schemas.openxmlformats.org/officeDocument/2006/relationships" r:id="Rad08b83925ed444c"/>
  </p:notesMasterIdLst>
  <p:sldIdLst>
    <p:sldId xmlns:r="http://schemas.openxmlformats.org/officeDocument/2006/relationships" id="256" r:id="R1b434b623da34bfe"/>
  </p:sldIdLst>
  <p:sldSz cx="12192000" cy="333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f94a4a60b244b3" /><Relationship Type="http://schemas.openxmlformats.org/officeDocument/2006/relationships/slideMaster" Target="/ppt/slideMasters/slideMaster1.xml" Id="Re8a7ab04b115466d" /><Relationship Type="http://schemas.openxmlformats.org/officeDocument/2006/relationships/notesMaster" Target="/ppt/notesMasters/notesMaster1.xml" Id="Rad08b83925ed444c" /><Relationship Type="http://schemas.openxmlformats.org/officeDocument/2006/relationships/presProps" Target="/ppt/presProps.xml" Id="R7b2da490a7b740fc" /><Relationship Type="http://schemas.openxmlformats.org/officeDocument/2006/relationships/tableStyles" Target="/ppt/tableStyles.xml" Id="Rb3c83bb2ea254c9b" /><Relationship Type="http://schemas.openxmlformats.org/officeDocument/2006/relationships/slide" Target="/ppt/slides/slide1.xml" Id="R1b434b623da34b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e87739b7845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0756bb3fa6420a" /><Relationship Type="http://schemas.openxmlformats.org/officeDocument/2006/relationships/notesMaster" Target="/ppt/notesMasters/notesMaster1.xml" Id="Ra9e848aa93e940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Anonymous TRI manuscript: matched-pair construction, strict estimands, withheld fields, and execution trace.</a:t>
            </a:r>
          </a:p>
          <a:p xmlns:a="http://schemas.openxmlformats.org/drawingml/2006/main">
            <a:r>
              <a:t>- User-provided strong-paper examples: composition references only; no scientific content copied.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1358522a74f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b8567ab0f54709" /><Relationship Type="http://schemas.openxmlformats.org/officeDocument/2006/relationships/slideLayout" Target="/ppt/slideLayouts/slideLayout1.xml" Id="R77651bca3eb24d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651bca3eb24d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d47ac5b834915" /><Relationship Type="http://schemas.openxmlformats.org/officeDocument/2006/relationships/notesSlide" Target="/ppt/notesSlides/notesSlide1.xml" Id="R4f45f0382a234d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phase-A">
            <a:extLst xmlns:a="http://schemas.openxmlformats.org/drawingml/2006/main">
              <a:ext uri="{FF2B5EF4-FFF2-40B4-BE49-F238E27FC236}">
                <a16:creationId xmlns:a16="http://schemas.microsoft.com/office/drawing/2014/main" id="{F62B6F54-B665-4A21-A86F-C3886725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95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" name="phase-A-title">
            <a:extLst xmlns:a="http://schemas.openxmlformats.org/drawingml/2006/main">
              <a:ext uri="{FF2B5EF4-FFF2-40B4-BE49-F238E27FC236}">
                <a16:creationId xmlns:a16="http://schemas.microsoft.com/office/drawing/2014/main" id="{14700CD0-E94D-485A-82C3-CD02E18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6200"/>
            <a:ext cx="576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719"/>
                </a:solidFill>
              </a:defRPr>
            </a:pPr>
            <a:r>
              <a:rPr sz="1500" b="1" i="0">
                <a:solidFill>
                  <a:srgbClr val="111719"/>
                </a:solidFill>
              </a:rPr>
              <a:t>Construct the matched pair</a:t>
            </a:r>
          </a:p>
        </p:txBody>
      </p:sp>
      <p:sp>
        <p:nvSpPr>
          <p:cNvPr id="3" name="phase-B">
            <a:extLst xmlns:a="http://schemas.openxmlformats.org/drawingml/2006/main">
              <a:ext uri="{FF2B5EF4-FFF2-40B4-BE49-F238E27FC236}">
                <a16:creationId xmlns:a16="http://schemas.microsoft.com/office/drawing/2014/main" id="{8017FCC0-910E-41F4-A2AF-4EE73DCC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95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15240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" name="phase-B-title">
            <a:extLst xmlns:a="http://schemas.openxmlformats.org/drawingml/2006/main">
              <a:ext uri="{FF2B5EF4-FFF2-40B4-BE49-F238E27FC236}">
                <a16:creationId xmlns:a16="http://schemas.microsoft.com/office/drawing/2014/main" id="{80FE4E9A-FF54-465F-A9D1-133F72C9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762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719"/>
                </a:solidFill>
              </a:defRPr>
            </a:pPr>
            <a:r>
              <a:rPr sz="1500" b="1" i="0">
                <a:solidFill>
                  <a:srgbClr val="111719"/>
                </a:solidFill>
              </a:rPr>
              <a:t>Run the pair</a:t>
            </a:r>
          </a:p>
        </p:txBody>
      </p:sp>
      <p:sp>
        <p:nvSpPr>
          <p:cNvPr id="5" name="phase-C">
            <a:extLst xmlns:a="http://schemas.openxmlformats.org/drawingml/2006/main">
              <a:ext uri="{FF2B5EF4-FFF2-40B4-BE49-F238E27FC236}">
                <a16:creationId xmlns:a16="http://schemas.microsoft.com/office/drawing/2014/main" id="{251E79F9-517A-4F09-B48E-365C0C38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5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" name="phase-C-title">
            <a:extLst xmlns:a="http://schemas.openxmlformats.org/drawingml/2006/main">
              <a:ext uri="{FF2B5EF4-FFF2-40B4-BE49-F238E27FC236}">
                <a16:creationId xmlns:a16="http://schemas.microsoft.com/office/drawing/2014/main" id="{89793CF7-D592-4454-B07D-7C98527A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6200"/>
            <a:ext cx="2676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719"/>
                </a:solidFill>
              </a:defRPr>
            </a:pPr>
            <a:r>
              <a:rPr sz="1500" b="1" i="0">
                <a:solidFill>
                  <a:srgbClr val="111719"/>
                </a:solidFill>
              </a:rPr>
              <a:t>Observable readouts</a:t>
            </a:r>
          </a:p>
        </p:txBody>
      </p:sp>
      <p:sp>
        <p:nvSpPr>
          <p:cNvPr id="7" name="pair-contract">
            <a:extLst xmlns:a="http://schemas.openxmlformats.org/drawingml/2006/main">
              <a:ext uri="{FF2B5EF4-FFF2-40B4-BE49-F238E27FC236}">
                <a16:creationId xmlns:a16="http://schemas.microsoft.com/office/drawing/2014/main" id="{80F7C1F4-71F5-41B2-811B-352ED0F8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57200"/>
            <a:ext cx="609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8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xed-label">
            <a:extLst xmlns:a="http://schemas.openxmlformats.org/drawingml/2006/main">
              <a:ext uri="{FF2B5EF4-FFF2-40B4-BE49-F238E27FC236}">
                <a16:creationId xmlns:a16="http://schemas.microsoft.com/office/drawing/2014/main" id="{A421CD68-D223-446F-BFFB-4EE12ECC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43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899D"/>
                </a:solidFill>
              </a:defRPr>
            </a:pPr>
            <a:r>
              <a:rPr sz="825" b="1" i="0">
                <a:solidFill>
                  <a:srgbClr val="66899D"/>
                </a:solidFill>
              </a:rPr>
              <a:t>FIXED</a:t>
            </a:r>
          </a:p>
        </p:txBody>
      </p:sp>
      <p:sp>
        <p:nvSpPr>
          <p:cNvPr id="9" name="fixed-items">
            <a:extLst xmlns:a="http://schemas.openxmlformats.org/drawingml/2006/main">
              <a:ext uri="{FF2B5EF4-FFF2-40B4-BE49-F238E27FC236}">
                <a16:creationId xmlns:a16="http://schemas.microsoft.com/office/drawing/2014/main" id="{A8493F88-82AE-4873-93D5-C8FF0B14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343F"/>
                </a:solidFill>
              </a:defRPr>
            </a:pPr>
            <a:r>
              <a:rPr sz="975" b="1" i="0">
                <a:solidFill>
                  <a:srgbClr val="30343F"/>
                </a:solidFill>
              </a:rPr>
              <a:t>S0, S1, q, action, schema, controller interface</a:t>
            </a:r>
          </a:p>
        </p:txBody>
      </p:sp>
      <p:sp>
        <p:nvSpPr>
          <p:cNvPr id="10" name="change-label">
            <a:extLst xmlns:a="http://schemas.openxmlformats.org/drawingml/2006/main">
              <a:ext uri="{FF2B5EF4-FFF2-40B4-BE49-F238E27FC236}">
                <a16:creationId xmlns:a16="http://schemas.microsoft.com/office/drawing/2014/main" id="{C0BD6BD6-253A-4224-9BBA-CFCC5086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715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ONLY CHANGE</a:t>
            </a:r>
          </a:p>
        </p:txBody>
      </p:sp>
      <p:sp>
        <p:nvSpPr>
          <p:cNvPr id="11" name="change-items">
            <a:extLst xmlns:a="http://schemas.openxmlformats.org/drawingml/2006/main">
              <a:ext uri="{FF2B5EF4-FFF2-40B4-BE49-F238E27FC236}">
                <a16:creationId xmlns:a16="http://schemas.microsoft.com/office/drawing/2014/main" id="{6623282B-DE9A-4AA5-883C-D1BA0AE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62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D7F7B"/>
                </a:solidFill>
              </a:defRPr>
            </a:pPr>
            <a:r>
              <a:rPr sz="1125" b="1" i="0">
                <a:solidFill>
                  <a:srgbClr val="2D7F7B"/>
                </a:solidFill>
              </a:rPr>
              <a:t>commitment timing</a:t>
            </a:r>
          </a:p>
        </p:txBody>
      </p:sp>
      <p:sp>
        <p:nvSpPr>
          <p:cNvPr id="12" name="transition">
            <a:extLst xmlns:a="http://schemas.openxmlformats.org/drawingml/2006/main">
              <a:ext uri="{FF2B5EF4-FFF2-40B4-BE49-F238E27FC236}">
                <a16:creationId xmlns:a16="http://schemas.microsoft.com/office/drawing/2014/main" id="{989F5915-246F-4FBF-A00C-DFBFEA02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239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0343F"/>
                </a:solidFill>
              </a:defRPr>
            </a:pPr>
            <a:r>
              <a:rPr sz="1125" b="1" i="0">
                <a:solidFill>
                  <a:srgbClr val="30343F"/>
                </a:solidFill>
              </a:rPr>
              <a:t>q(S0)=A  -&gt;  refresh  -&gt;  q(S1)=B</a:t>
            </a:r>
          </a:p>
        </p:txBody>
      </p:sp>
      <p:sp>
        <p:nvSpPr>
          <p:cNvPr id="13" name="valid-pill">
            <a:extLst xmlns:a="http://schemas.openxmlformats.org/drawingml/2006/main">
              <a:ext uri="{FF2B5EF4-FFF2-40B4-BE49-F238E27FC236}">
                <a16:creationId xmlns:a16="http://schemas.microsoft.com/office/drawing/2014/main" id="{69345C09-1B17-4115-89F8-81835831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923925"/>
            <a:ext cx="21717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66899D"/>
            </a:solidFill>
            <a:prstDash val="solid"/>
          </a:ln>
        </p:spPr>
      </p:sp>
      <p:sp>
        <p:nvSpPr>
          <p:cNvPr id="14" name="valid-text">
            <a:extLst xmlns:a="http://schemas.openxmlformats.org/drawingml/2006/main">
              <a:ext uri="{FF2B5EF4-FFF2-40B4-BE49-F238E27FC236}">
                <a16:creationId xmlns:a16="http://schemas.microsoft.com/office/drawing/2014/main" id="{BA8AB59C-18DC-4481-8286-5DE293B1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933450"/>
            <a:ext cx="2038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A remains present and action-valid in S1</a:t>
            </a:r>
          </a:p>
        </p:txBody>
      </p:sp>
      <p:sp>
        <p:nvSpPr>
          <p:cNvPr id="15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8D0F4964-2FAD-4126-ADCE-C7073ACD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8585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6" name="pair-frame">
            <a:extLst xmlns:a="http://schemas.openxmlformats.org/drawingml/2006/main">
              <a:ext uri="{FF2B5EF4-FFF2-40B4-BE49-F238E27FC236}">
                <a16:creationId xmlns:a16="http://schemas.microsoft.com/office/drawing/2014/main" id="{D0848179-CE40-4042-B60D-8DED2AD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219200"/>
            <a:ext cx="609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ir-stem">
            <a:extLst xmlns:a="http://schemas.openxmlformats.org/drawingml/2006/main">
              <a:ext uri="{FF2B5EF4-FFF2-40B4-BE49-F238E27FC236}">
                <a16:creationId xmlns:a16="http://schemas.microsoft.com/office/drawing/2014/main" id="{7C244B04-DFCE-48A7-ABF9-F8298443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47825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8" name="pair-dot-p">
            <a:extLst xmlns:a="http://schemas.openxmlformats.org/drawingml/2006/main">
              <a:ext uri="{FF2B5EF4-FFF2-40B4-BE49-F238E27FC236}">
                <a16:creationId xmlns:a16="http://schemas.microsoft.com/office/drawing/2014/main" id="{BBAAD8AD-970F-4573-9430-B772C5F2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pair-dot-r">
            <a:extLst xmlns:a="http://schemas.openxmlformats.org/drawingml/2006/main">
              <a:ext uri="{FF2B5EF4-FFF2-40B4-BE49-F238E27FC236}">
                <a16:creationId xmlns:a16="http://schemas.microsoft.com/office/drawing/2014/main" id="{5ED4F2E4-C1AD-4836-AAEB-12FC8F2B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14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pair-badge-text">
            <a:extLst xmlns:a="http://schemas.openxmlformats.org/drawingml/2006/main">
              <a:ext uri="{FF2B5EF4-FFF2-40B4-BE49-F238E27FC236}">
                <a16:creationId xmlns:a16="http://schemas.microsoft.com/office/drawing/2014/main" id="{396B1717-8861-4841-9322-7C3E9FF6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8343A"/>
                </a:solidFill>
              </a:defRPr>
            </a:pPr>
            <a:r>
              <a:rPr sz="750" b="1" i="0">
                <a:solidFill>
                  <a:srgbClr val="28343A"/>
                </a:solidFill>
              </a:rPr>
              <a:t>PAIR</a:t>
            </a:r>
          </a:p>
        </p:txBody>
      </p:sp>
      <p:sp>
        <p:nvSpPr>
          <p:cNvPr id="21" name="refresh-tab-text">
            <a:extLst xmlns:a="http://schemas.openxmlformats.org/drawingml/2006/main">
              <a:ext uri="{FF2B5EF4-FFF2-40B4-BE49-F238E27FC236}">
                <a16:creationId xmlns:a16="http://schemas.microsoft.com/office/drawing/2014/main" id="{6B41D5E2-857B-4DD8-BC4F-DB95414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1525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6899D"/>
                </a:solidFill>
              </a:defRPr>
            </a:pPr>
            <a:r>
              <a:rPr sz="750" b="1" i="0">
                <a:solidFill>
                  <a:srgbClr val="66899D"/>
                </a:solidFill>
              </a:rPr>
              <a:t>same refresh, replayed twice</a:t>
            </a:r>
          </a:p>
        </p:txBody>
      </p:sp>
      <p:sp>
        <p:nvSpPr>
          <p:cNvPr id="22" name="refresh-tab-left">
            <a:extLst xmlns:a="http://schemas.openxmlformats.org/drawingml/2006/main">
              <a:ext uri="{FF2B5EF4-FFF2-40B4-BE49-F238E27FC236}">
                <a16:creationId xmlns:a16="http://schemas.microsoft.com/office/drawing/2014/main" id="{CF6D8A7A-4193-4E8A-9AB4-2EE32522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09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23" name="refresh-tab-right">
            <a:extLst xmlns:a="http://schemas.openxmlformats.org/drawingml/2006/main">
              <a:ext uri="{FF2B5EF4-FFF2-40B4-BE49-F238E27FC236}">
                <a16:creationId xmlns:a16="http://schemas.microsoft.com/office/drawing/2014/main" id="{2A7F6432-339A-481C-AB59-2A927A4F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09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24" name="preserve-lane">
            <a:extLst xmlns:a="http://schemas.openxmlformats.org/drawingml/2006/main">
              <a:ext uri="{FF2B5EF4-FFF2-40B4-BE49-F238E27FC236}">
                <a16:creationId xmlns:a16="http://schemas.microsoft.com/office/drawing/2014/main" id="{EFC601CC-7113-48B2-B4F6-E2951A9D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550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A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69C864DA-A1D4-4341-8D69-4D254745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D49"/>
            </a:solidFill>
            <a:prstDash val="solid"/>
          </a:ln>
        </p:spPr>
      </p:sp>
      <p:sp>
        <p:nvSpPr>
          <p:cNvPr id="26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9B419003-32BB-448F-A1D7-C9A34FCD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667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4D49"/>
            </a:solidFill>
            <a:prstDash val="solid"/>
          </a:ln>
        </p:spPr>
      </p:sp>
      <p:sp>
        <p:nvSpPr>
          <p:cNvPr id="27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8434DCEE-CED0-4268-9303-7A152C85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28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F9E64157-FD5D-4E6A-9988-DB4A167E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001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4D49"/>
                </a:solidFill>
              </a:defRPr>
            </a:pPr>
            <a:r>
              <a:rPr sz="1200" b="1" i="0">
                <a:solidFill>
                  <a:srgbClr val="B94D49"/>
                </a:solidFill>
              </a:rPr>
              <a:t>Preserve</a:t>
            </a:r>
          </a:p>
        </p:txBody>
      </p:sp>
      <p:sp>
        <p:nvSpPr>
          <p:cNvPr id="29" name="preserve-rule">
            <a:extLst xmlns:a="http://schemas.openxmlformats.org/drawingml/2006/main">
              <a:ext uri="{FF2B5EF4-FFF2-40B4-BE49-F238E27FC236}">
                <a16:creationId xmlns:a16="http://schemas.microsoft.com/office/drawing/2014/main" id="{66D03ED3-B913-40BF-974E-D8844FF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097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94D49"/>
                </a:solidFill>
              </a:defRPr>
            </a:pPr>
            <a:r>
              <a:rPr sz="900" b="1" i="0">
                <a:solidFill>
                  <a:srgbClr val="B94D49"/>
                </a:solidFill>
              </a:rPr>
              <a:t>bind A before refresh</a:t>
            </a:r>
          </a:p>
        </p:txBody>
      </p:sp>
      <p:sp>
        <p:nvSpPr>
          <p:cNvPr id="30" name="p-s0-state">
            <a:extLst xmlns:a="http://schemas.openxmlformats.org/drawingml/2006/main">
              <a:ext uri="{FF2B5EF4-FFF2-40B4-BE49-F238E27FC236}">
                <a16:creationId xmlns:a16="http://schemas.microsoft.com/office/drawing/2014/main" id="{5593D94D-9F3C-4E9A-8DF7-D3662C12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76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31" name="p-s0-other-0">
            <a:extLst xmlns:a="http://schemas.openxmlformats.org/drawingml/2006/main">
              <a:ext uri="{FF2B5EF4-FFF2-40B4-BE49-F238E27FC236}">
                <a16:creationId xmlns:a16="http://schemas.microsoft.com/office/drawing/2014/main" id="{C152099B-AAB0-451B-B0EE-A14C8B72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2" name="p-s0-other-1">
            <a:extLst xmlns:a="http://schemas.openxmlformats.org/drawingml/2006/main">
              <a:ext uri="{FF2B5EF4-FFF2-40B4-BE49-F238E27FC236}">
                <a16:creationId xmlns:a16="http://schemas.microsoft.com/office/drawing/2014/main" id="{9F3855CE-04DC-46BB-93F8-AEDF1E32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562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3" name="p-s0-other-2">
            <a:extLst xmlns:a="http://schemas.openxmlformats.org/drawingml/2006/main">
              <a:ext uri="{FF2B5EF4-FFF2-40B4-BE49-F238E27FC236}">
                <a16:creationId xmlns:a16="http://schemas.microsoft.com/office/drawing/2014/main" id="{0E0DF2AE-8FFC-4F90-B4A1-2938C52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7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4" name="p-s0-other-3">
            <a:extLst xmlns:a="http://schemas.openxmlformats.org/drawingml/2006/main">
              <a:ext uri="{FF2B5EF4-FFF2-40B4-BE49-F238E27FC236}">
                <a16:creationId xmlns:a16="http://schemas.microsoft.com/office/drawing/2014/main" id="{2C2ED284-853A-4873-BD68-2EC3C3F9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5" name="p-s0-a">
            <a:extLst xmlns:a="http://schemas.openxmlformats.org/drawingml/2006/main">
              <a:ext uri="{FF2B5EF4-FFF2-40B4-BE49-F238E27FC236}">
                <a16:creationId xmlns:a16="http://schemas.microsoft.com/office/drawing/2014/main" id="{1C00CD84-D127-4114-B7E6-1DB2FEE7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24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6" name="p-clock-face">
            <a:extLst xmlns:a="http://schemas.openxmlformats.org/drawingml/2006/main">
              <a:ext uri="{FF2B5EF4-FFF2-40B4-BE49-F238E27FC236}">
                <a16:creationId xmlns:a16="http://schemas.microsoft.com/office/drawing/2014/main" id="{26F740B2-D9B9-48DF-BBAA-85230200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</p:sp>
      <p:sp>
        <p:nvSpPr>
          <p:cNvPr id="37" name="p-clock-hand-v">
            <a:extLst xmlns:a="http://schemas.openxmlformats.org/drawingml/2006/main">
              <a:ext uri="{FF2B5EF4-FFF2-40B4-BE49-F238E27FC236}">
                <a16:creationId xmlns:a16="http://schemas.microsoft.com/office/drawing/2014/main" id="{992946FD-8085-4312-AF25-A65D246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37" y="1639443"/>
            <a:ext cx="19050" cy="103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38" name="p-clock-hand-h">
            <a:extLst xmlns:a="http://schemas.openxmlformats.org/drawingml/2006/main">
              <a:ext uri="{FF2B5EF4-FFF2-40B4-BE49-F238E27FC236}">
                <a16:creationId xmlns:a16="http://schemas.microsoft.com/office/drawing/2014/main" id="{DB9FE91B-99B6-47A2-8401-E5DB79A9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37" y="1739837"/>
            <a:ext cx="7124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39" name="p-clock-hub">
            <a:extLst xmlns:a="http://schemas.openxmlformats.org/drawingml/2006/main">
              <a:ext uri="{FF2B5EF4-FFF2-40B4-BE49-F238E27FC236}">
                <a16:creationId xmlns:a16="http://schemas.microsoft.com/office/drawing/2014/main" id="{322A10D8-82F6-4D4C-8879-5A555457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006" y="1720406"/>
            <a:ext cx="45339" cy="4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40" name="p-s1-state">
            <a:extLst xmlns:a="http://schemas.openxmlformats.org/drawingml/2006/main">
              <a:ext uri="{FF2B5EF4-FFF2-40B4-BE49-F238E27FC236}">
                <a16:creationId xmlns:a16="http://schemas.microsoft.com/office/drawing/2014/main" id="{A474C286-09DF-49E3-826D-DE4B913D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76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41" name="p-s1-other-0">
            <a:extLst xmlns:a="http://schemas.openxmlformats.org/drawingml/2006/main">
              <a:ext uri="{FF2B5EF4-FFF2-40B4-BE49-F238E27FC236}">
                <a16:creationId xmlns:a16="http://schemas.microsoft.com/office/drawing/2014/main" id="{F6AFECB4-3776-4241-9F63-3C7D5945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2" name="p-s1-other-1">
            <a:extLst xmlns:a="http://schemas.openxmlformats.org/drawingml/2006/main">
              <a:ext uri="{FF2B5EF4-FFF2-40B4-BE49-F238E27FC236}">
                <a16:creationId xmlns:a16="http://schemas.microsoft.com/office/drawing/2014/main" id="{20E48EBA-FC9D-40FA-9F84-B5E95715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62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3" name="p-s1-other-2">
            <a:extLst xmlns:a="http://schemas.openxmlformats.org/drawingml/2006/main">
              <a:ext uri="{FF2B5EF4-FFF2-40B4-BE49-F238E27FC236}">
                <a16:creationId xmlns:a16="http://schemas.microsoft.com/office/drawing/2014/main" id="{0A407677-BD71-4CDD-96E4-0DE9DF8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7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4" name="p-s1-other-3">
            <a:extLst xmlns:a="http://schemas.openxmlformats.org/drawingml/2006/main">
              <a:ext uri="{FF2B5EF4-FFF2-40B4-BE49-F238E27FC236}">
                <a16:creationId xmlns:a16="http://schemas.microsoft.com/office/drawing/2014/main" id="{B5C44662-3015-4DF8-9DCE-D2AB2137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5" name="p-s1-a">
            <a:extLst xmlns:a="http://schemas.openxmlformats.org/drawingml/2006/main">
              <a:ext uri="{FF2B5EF4-FFF2-40B4-BE49-F238E27FC236}">
                <a16:creationId xmlns:a16="http://schemas.microsoft.com/office/drawing/2014/main" id="{D4205FA5-FDAA-47F9-AF82-5CC05DB5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24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6" name="p-s1-b">
            <a:extLst xmlns:a="http://schemas.openxmlformats.org/drawingml/2006/main">
              <a:ext uri="{FF2B5EF4-FFF2-40B4-BE49-F238E27FC236}">
                <a16:creationId xmlns:a16="http://schemas.microsoft.com/office/drawing/2014/main" id="{C16AB62E-95A5-445A-ADA4-9ED9BAE5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52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7" name="p-target-circle">
            <a:extLst xmlns:a="http://schemas.openxmlformats.org/drawingml/2006/main">
              <a:ext uri="{FF2B5EF4-FFF2-40B4-BE49-F238E27FC236}">
                <a16:creationId xmlns:a16="http://schemas.microsoft.com/office/drawing/2014/main" id="{9C603FD1-756C-41C8-AF27-E07757A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43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4D49"/>
                </a:solidFill>
              </a:defRPr>
            </a:pPr>
            <a:r>
              <a:rPr sz="1350" b="1">
                <a:solidFill>
                  <a:srgbClr val="B94D49"/>
                </a:solidFill>
              </a:rPr>
              <a:t>A</a:t>
            </a:r>
          </a:p>
        </p:txBody>
      </p:sp>
      <p:sp>
        <p:nvSpPr>
          <p:cNvPr id="48" name="p-target-h">
            <a:extLst xmlns:a="http://schemas.openxmlformats.org/drawingml/2006/main">
              <a:ext uri="{FF2B5EF4-FFF2-40B4-BE49-F238E27FC236}">
                <a16:creationId xmlns:a16="http://schemas.microsoft.com/office/drawing/2014/main" id="{2DAAE9DA-B311-47E8-A113-9E1DDF75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335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49" name="p-target-v">
            <a:extLst xmlns:a="http://schemas.openxmlformats.org/drawingml/2006/main">
              <a:ext uri="{FF2B5EF4-FFF2-40B4-BE49-F238E27FC236}">
                <a16:creationId xmlns:a16="http://schemas.microsoft.com/office/drawing/2014/main" id="{9317EE89-2345-4081-BE2F-F623F8DE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95425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cxnSp>
        <p:nvCxnSpPr>
          <p:cNvPr id="210" name=""/>
          <p:cNvCxnSpPr>
            <a:stCxn xmlns:a="http://schemas.openxmlformats.org/drawingml/2006/main" id="30" idx="6"/>
            <a:endCxn xmlns:a="http://schemas.openxmlformats.org/drawingml/2006/main" id="36" idx="2"/>
          </p:cNvCxnSpPr>
          <p:nvPr/>
        </p:nvCxnSpPr>
        <p:spPr>
          <a:xfrm xmlns:a="http://schemas.openxmlformats.org/drawingml/2006/main">
            <a:off x="3048000" y="1743075"/>
            <a:ext cx="66675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1" name=""/>
          <p:cNvCxnSpPr>
            <a:stCxn xmlns:a="http://schemas.openxmlformats.org/drawingml/2006/main" id="36" idx="6"/>
            <a:endCxn xmlns:a="http://schemas.openxmlformats.org/drawingml/2006/main" id="40" idx="2"/>
          </p:cNvCxnSpPr>
          <p:nvPr/>
        </p:nvCxnSpPr>
        <p:spPr>
          <a:xfrm xmlns:a="http://schemas.openxmlformats.org/drawingml/2006/main">
            <a:off x="4038600" y="1743075"/>
            <a:ext cx="4191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2" name=""/>
          <p:cNvCxnSpPr>
            <a:stCxn xmlns:a="http://schemas.openxmlformats.org/drawingml/2006/main" id="40" idx="6"/>
            <a:endCxn xmlns:a="http://schemas.openxmlformats.org/drawingml/2006/main" id="47" idx="2"/>
          </p:cNvCxnSpPr>
          <p:nvPr/>
        </p:nvCxnSpPr>
        <p:spPr>
          <a:xfrm xmlns:a="http://schemas.openxmlformats.org/drawingml/2006/main">
            <a:off x="4991100" y="1743075"/>
            <a:ext cx="5334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" name="p-s0-label">
            <a:extLst xmlns:a="http://schemas.openxmlformats.org/drawingml/2006/main">
              <a:ext uri="{FF2B5EF4-FFF2-40B4-BE49-F238E27FC236}">
                <a16:creationId xmlns:a16="http://schemas.microsoft.com/office/drawing/2014/main" id="{EF008F69-A4DC-439D-BB7E-76794B8B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812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S0  q(S0)=A</a:t>
            </a:r>
          </a:p>
        </p:txBody>
      </p:sp>
      <p:sp>
        <p:nvSpPr>
          <p:cNvPr id="54" name="p-bound">
            <a:extLst xmlns:a="http://schemas.openxmlformats.org/drawingml/2006/main">
              <a:ext uri="{FF2B5EF4-FFF2-40B4-BE49-F238E27FC236}">
                <a16:creationId xmlns:a16="http://schemas.microsoft.com/office/drawing/2014/main" id="{A44BC5C3-92E9-4209-9016-546BCFA0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40017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94D49"/>
                </a:solidFill>
              </a:defRPr>
            </a:pPr>
            <a:r>
              <a:rPr sz="750" b="1" i="0">
                <a:solidFill>
                  <a:srgbClr val="B94D49"/>
                </a:solidFill>
              </a:rPr>
              <a:t>BOUND A</a:t>
            </a:r>
          </a:p>
        </p:txBody>
      </p:sp>
      <p:sp>
        <p:nvSpPr>
          <p:cNvPr id="55" name="p-s1-label">
            <a:extLst xmlns:a="http://schemas.openxmlformats.org/drawingml/2006/main">
              <a:ext uri="{FF2B5EF4-FFF2-40B4-BE49-F238E27FC236}">
                <a16:creationId xmlns:a16="http://schemas.microsoft.com/office/drawing/2014/main" id="{0EE8D5E6-27A2-402F-82F1-6538E2F3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S1  q(S1)=B</a:t>
            </a:r>
          </a:p>
        </p:txBody>
      </p:sp>
      <p:sp>
        <p:nvSpPr>
          <p:cNvPr id="56" name="p-target-label">
            <a:extLst xmlns:a="http://schemas.openxmlformats.org/drawingml/2006/main">
              <a:ext uri="{FF2B5EF4-FFF2-40B4-BE49-F238E27FC236}">
                <a16:creationId xmlns:a16="http://schemas.microsoft.com/office/drawing/2014/main" id="{869945B9-9623-4873-A209-5633A98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981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94D49"/>
                </a:solidFill>
              </a:defRPr>
            </a:pPr>
            <a:r>
              <a:rPr sz="750" b="1" i="0">
                <a:solidFill>
                  <a:srgbClr val="B94D49"/>
                </a:solidFill>
              </a:rPr>
              <a:t>target A</a:t>
            </a:r>
          </a:p>
        </p:txBody>
      </p:sp>
      <p:sp>
        <p:nvSpPr>
          <p:cNvPr id="57" name="p-spark-dot-1">
            <a:extLst xmlns:a="http://schemas.openxmlformats.org/drawingml/2006/main">
              <a:ext uri="{FF2B5EF4-FFF2-40B4-BE49-F238E27FC236}">
                <a16:creationId xmlns:a16="http://schemas.microsoft.com/office/drawing/2014/main" id="{4875CFEB-169D-401C-9BC5-649ABE2A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335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58" name="p-spark-dot-2">
            <a:extLst xmlns:a="http://schemas.openxmlformats.org/drawingml/2006/main">
              <a:ext uri="{FF2B5EF4-FFF2-40B4-BE49-F238E27FC236}">
                <a16:creationId xmlns:a16="http://schemas.microsoft.com/office/drawing/2014/main" id="{B1B3B71F-E94D-4AB2-8C68-89908427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59" name="p-spark-dot-3">
            <a:extLst xmlns:a="http://schemas.openxmlformats.org/drawingml/2006/main">
              <a:ext uri="{FF2B5EF4-FFF2-40B4-BE49-F238E27FC236}">
                <a16:creationId xmlns:a16="http://schemas.microsoft.com/office/drawing/2014/main" id="{3564610F-364A-436D-872E-AFA4F77A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4382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60" name="reevaluate-lane">
            <a:extLst xmlns:a="http://schemas.openxmlformats.org/drawingml/2006/main">
              <a:ext uri="{FF2B5EF4-FFF2-40B4-BE49-F238E27FC236}">
                <a16:creationId xmlns:a16="http://schemas.microsoft.com/office/drawing/2014/main" id="{1663FC50-53AA-493D-8D38-A084422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reevaluate-icon-face">
            <a:extLst xmlns:a="http://schemas.openxmlformats.org/drawingml/2006/main">
              <a:ext uri="{FF2B5EF4-FFF2-40B4-BE49-F238E27FC236}">
                <a16:creationId xmlns:a16="http://schemas.microsoft.com/office/drawing/2014/main" id="{0182E7F1-B115-4C41-8AE9-F881316F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D7F7B"/>
            </a:solidFill>
            <a:prstDash val="solid"/>
          </a:ln>
        </p:spPr>
      </p:sp>
      <p:sp>
        <p:nvSpPr>
          <p:cNvPr id="62" name="reevaluate-icon-hand-v">
            <a:extLst xmlns:a="http://schemas.openxmlformats.org/drawingml/2006/main">
              <a:ext uri="{FF2B5EF4-FFF2-40B4-BE49-F238E27FC236}">
                <a16:creationId xmlns:a16="http://schemas.microsoft.com/office/drawing/2014/main" id="{E694BD8F-3D6D-4E92-8827-CB5303CE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8" y="2413635"/>
            <a:ext cx="1905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63" name="reevaluate-icon-hand-h">
            <a:extLst xmlns:a="http://schemas.openxmlformats.org/drawingml/2006/main">
              <a:ext uri="{FF2B5EF4-FFF2-40B4-BE49-F238E27FC236}">
                <a16:creationId xmlns:a16="http://schemas.microsoft.com/office/drawing/2014/main" id="{64D2AB27-1ADE-4307-B7D8-71F4439A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8" y="2502218"/>
            <a:ext cx="628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64" name="reevaluate-icon-hub">
            <a:extLst xmlns:a="http://schemas.openxmlformats.org/drawingml/2006/main">
              <a:ext uri="{FF2B5EF4-FFF2-40B4-BE49-F238E27FC236}">
                <a16:creationId xmlns:a16="http://schemas.microsoft.com/office/drawing/2014/main" id="{42931D4E-8D40-4D53-8DE7-5F8E999B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3" y="2485073"/>
            <a:ext cx="40005" cy="40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65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220106D6-63AA-4E6B-B6FD-84E65BCC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7F7B"/>
                </a:solidFill>
              </a:defRPr>
            </a:pPr>
            <a:r>
              <a:rPr sz="1200" b="1" i="0">
                <a:solidFill>
                  <a:srgbClr val="2D7F7B"/>
                </a:solidFill>
              </a:rPr>
              <a:t>Reevaluate</a:t>
            </a:r>
          </a:p>
        </p:txBody>
      </p:sp>
      <p:sp>
        <p:nvSpPr>
          <p:cNvPr id="66" name="reevaluate-rule">
            <a:extLst xmlns:a="http://schemas.openxmlformats.org/drawingml/2006/main">
              <a:ext uri="{FF2B5EF4-FFF2-40B4-BE49-F238E27FC236}">
                <a16:creationId xmlns:a16="http://schemas.microsoft.com/office/drawing/2014/main" id="{9E60A7A7-469B-4265-9095-CC363857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D7F7B"/>
                </a:solidFill>
              </a:defRPr>
            </a:pPr>
            <a:r>
              <a:rPr sz="900" b="1" i="0">
                <a:solidFill>
                  <a:srgbClr val="2D7F7B"/>
                </a:solidFill>
              </a:rPr>
              <a:t>defer q until after refresh</a:t>
            </a:r>
          </a:p>
        </p:txBody>
      </p:sp>
      <p:sp>
        <p:nvSpPr>
          <p:cNvPr id="67" name="r-s0-state">
            <a:extLst xmlns:a="http://schemas.openxmlformats.org/drawingml/2006/main">
              <a:ext uri="{FF2B5EF4-FFF2-40B4-BE49-F238E27FC236}">
                <a16:creationId xmlns:a16="http://schemas.microsoft.com/office/drawing/2014/main" id="{3F7180F0-910B-4664-89B4-DB8096D3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00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68" name="r-s0-other-0">
            <a:extLst xmlns:a="http://schemas.openxmlformats.org/drawingml/2006/main">
              <a:ext uri="{FF2B5EF4-FFF2-40B4-BE49-F238E27FC236}">
                <a16:creationId xmlns:a16="http://schemas.microsoft.com/office/drawing/2014/main" id="{C1C24B12-9BEA-46AF-8B3F-3A53DD25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69" name="r-s0-other-1">
            <a:extLst xmlns:a="http://schemas.openxmlformats.org/drawingml/2006/main">
              <a:ext uri="{FF2B5EF4-FFF2-40B4-BE49-F238E27FC236}">
                <a16:creationId xmlns:a16="http://schemas.microsoft.com/office/drawing/2014/main" id="{874801E2-A1BD-46F9-8D30-CE1E5452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0" name="r-s0-other-2">
            <a:extLst xmlns:a="http://schemas.openxmlformats.org/drawingml/2006/main">
              <a:ext uri="{FF2B5EF4-FFF2-40B4-BE49-F238E27FC236}">
                <a16:creationId xmlns:a16="http://schemas.microsoft.com/office/drawing/2014/main" id="{06C66742-1EF4-4DD7-A1F2-14494F76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1" name="r-s0-other-3">
            <a:extLst xmlns:a="http://schemas.openxmlformats.org/drawingml/2006/main">
              <a:ext uri="{FF2B5EF4-FFF2-40B4-BE49-F238E27FC236}">
                <a16:creationId xmlns:a16="http://schemas.microsoft.com/office/drawing/2014/main" id="{31752032-E2D7-427E-8977-F3944BA4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2" name="r-s0-a">
            <a:extLst xmlns:a="http://schemas.openxmlformats.org/drawingml/2006/main">
              <a:ext uri="{FF2B5EF4-FFF2-40B4-BE49-F238E27FC236}">
                <a16:creationId xmlns:a16="http://schemas.microsoft.com/office/drawing/2014/main" id="{E3114AFE-EF53-4FAD-8FA2-25188FC6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3" name="r-clock-face">
            <a:extLst xmlns:a="http://schemas.openxmlformats.org/drawingml/2006/main">
              <a:ext uri="{FF2B5EF4-FFF2-40B4-BE49-F238E27FC236}">
                <a16:creationId xmlns:a16="http://schemas.microsoft.com/office/drawing/2014/main" id="{0F43B7F4-6294-45CC-B677-FF1170B2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</p:sp>
      <p:sp>
        <p:nvSpPr>
          <p:cNvPr id="74" name="r-clock-hand-v">
            <a:extLst xmlns:a="http://schemas.openxmlformats.org/drawingml/2006/main">
              <a:ext uri="{FF2B5EF4-FFF2-40B4-BE49-F238E27FC236}">
                <a16:creationId xmlns:a16="http://schemas.microsoft.com/office/drawing/2014/main" id="{3985CD71-BEE8-4D77-AACB-8F3F77EE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37" y="2563368"/>
            <a:ext cx="19050" cy="103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75" name="r-clock-hand-h">
            <a:extLst xmlns:a="http://schemas.openxmlformats.org/drawingml/2006/main">
              <a:ext uri="{FF2B5EF4-FFF2-40B4-BE49-F238E27FC236}">
                <a16:creationId xmlns:a16="http://schemas.microsoft.com/office/drawing/2014/main" id="{8BD923BC-0CDC-47C0-A26E-CEB77419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37" y="2663762"/>
            <a:ext cx="7124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76" name="r-clock-hub">
            <a:extLst xmlns:a="http://schemas.openxmlformats.org/drawingml/2006/main">
              <a:ext uri="{FF2B5EF4-FFF2-40B4-BE49-F238E27FC236}">
                <a16:creationId xmlns:a16="http://schemas.microsoft.com/office/drawing/2014/main" id="{C2274786-48AA-4FB1-A7A5-6577712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306" y="2644331"/>
            <a:ext cx="45339" cy="4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77" name="r-s1-state">
            <a:extLst xmlns:a="http://schemas.openxmlformats.org/drawingml/2006/main">
              <a:ext uri="{FF2B5EF4-FFF2-40B4-BE49-F238E27FC236}">
                <a16:creationId xmlns:a16="http://schemas.microsoft.com/office/drawing/2014/main" id="{C259E402-6183-4BC9-A33B-36255A0C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78" name="r-s1-other-0">
            <a:extLst xmlns:a="http://schemas.openxmlformats.org/drawingml/2006/main">
              <a:ext uri="{FF2B5EF4-FFF2-40B4-BE49-F238E27FC236}">
                <a16:creationId xmlns:a16="http://schemas.microsoft.com/office/drawing/2014/main" id="{56751321-56A9-42ED-95C2-4F19AEB0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9" name="r-s1-other-1">
            <a:extLst xmlns:a="http://schemas.openxmlformats.org/drawingml/2006/main">
              <a:ext uri="{FF2B5EF4-FFF2-40B4-BE49-F238E27FC236}">
                <a16:creationId xmlns:a16="http://schemas.microsoft.com/office/drawing/2014/main" id="{D4105571-EFAE-42BF-946E-7DA87495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80" name="r-s1-other-2">
            <a:extLst xmlns:a="http://schemas.openxmlformats.org/drawingml/2006/main">
              <a:ext uri="{FF2B5EF4-FFF2-40B4-BE49-F238E27FC236}">
                <a16:creationId xmlns:a16="http://schemas.microsoft.com/office/drawing/2014/main" id="{9865C812-820C-4EE0-9FD2-7EA113C5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81" name="r-s1-other-3">
            <a:extLst xmlns:a="http://schemas.openxmlformats.org/drawingml/2006/main">
              <a:ext uri="{FF2B5EF4-FFF2-40B4-BE49-F238E27FC236}">
                <a16:creationId xmlns:a16="http://schemas.microsoft.com/office/drawing/2014/main" id="{4D7782C6-948D-4998-BC9D-89164B75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82" name="r-s1-a">
            <a:extLst xmlns:a="http://schemas.openxmlformats.org/drawingml/2006/main">
              <a:ext uri="{FF2B5EF4-FFF2-40B4-BE49-F238E27FC236}">
                <a16:creationId xmlns:a16="http://schemas.microsoft.com/office/drawing/2014/main" id="{0F58AEC8-8780-4ACA-9AFB-380A943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3" name="r-s1-b">
            <a:extLst xmlns:a="http://schemas.openxmlformats.org/drawingml/2006/main">
              <a:ext uri="{FF2B5EF4-FFF2-40B4-BE49-F238E27FC236}">
                <a16:creationId xmlns:a16="http://schemas.microsoft.com/office/drawing/2014/main" id="{5AC667C6-69E9-4449-A47C-8D47064C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4" name="r-target-circle">
            <a:extLst xmlns:a="http://schemas.openxmlformats.org/drawingml/2006/main">
              <a:ext uri="{FF2B5EF4-FFF2-40B4-BE49-F238E27FC236}">
                <a16:creationId xmlns:a16="http://schemas.microsoft.com/office/drawing/2014/main" id="{4E3DC739-400D-4ACE-B046-A7FE97F5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66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7F7B"/>
                </a:solidFill>
              </a:defRPr>
            </a:pPr>
            <a:r>
              <a:rPr sz="1350" b="1">
                <a:solidFill>
                  <a:srgbClr val="2D7F7B"/>
                </a:solidFill>
              </a:rPr>
              <a:t>B</a:t>
            </a:r>
          </a:p>
        </p:txBody>
      </p:sp>
      <p:sp>
        <p:nvSpPr>
          <p:cNvPr id="85" name="r-target-h">
            <a:extLst xmlns:a="http://schemas.openxmlformats.org/drawingml/2006/main">
              <a:ext uri="{FF2B5EF4-FFF2-40B4-BE49-F238E27FC236}">
                <a16:creationId xmlns:a16="http://schemas.microsoft.com/office/drawing/2014/main" id="{8424453A-01A7-47BC-9332-2CDDDAE1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86" name="r-target-v">
            <a:extLst xmlns:a="http://schemas.openxmlformats.org/drawingml/2006/main">
              <a:ext uri="{FF2B5EF4-FFF2-40B4-BE49-F238E27FC236}">
                <a16:creationId xmlns:a16="http://schemas.microsoft.com/office/drawing/2014/main" id="{BCE26F0C-794E-4084-8142-E7528A29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1935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cxnSp>
        <p:nvCxnSpPr>
          <p:cNvPr id="247" name=""/>
          <p:cNvCxnSpPr>
            <a:stCxn xmlns:a="http://schemas.openxmlformats.org/drawingml/2006/main" id="67" idx="6"/>
            <a:endCxn xmlns:a="http://schemas.openxmlformats.org/drawingml/2006/main" id="73" idx="2"/>
          </p:cNvCxnSpPr>
          <p:nvPr/>
        </p:nvCxnSpPr>
        <p:spPr>
          <a:xfrm xmlns:a="http://schemas.openxmlformats.org/drawingml/2006/main">
            <a:off x="3162300" y="2667000"/>
            <a:ext cx="66675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48" name=""/>
          <p:cNvCxnSpPr>
            <a:stCxn xmlns:a="http://schemas.openxmlformats.org/drawingml/2006/main" id="73" idx="6"/>
            <a:endCxn xmlns:a="http://schemas.openxmlformats.org/drawingml/2006/main" id="77" idx="2"/>
          </p:cNvCxnSpPr>
          <p:nvPr/>
        </p:nvCxnSpPr>
        <p:spPr>
          <a:xfrm xmlns:a="http://schemas.openxmlformats.org/drawingml/2006/main">
            <a:off x="4152900" y="2667000"/>
            <a:ext cx="4191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49" name=""/>
          <p:cNvCxnSpPr>
            <a:stCxn xmlns:a="http://schemas.openxmlformats.org/drawingml/2006/main" id="77" idx="6"/>
            <a:endCxn xmlns:a="http://schemas.openxmlformats.org/drawingml/2006/main" id="84" idx="2"/>
          </p:cNvCxnSpPr>
          <p:nvPr/>
        </p:nvCxnSpPr>
        <p:spPr>
          <a:xfrm xmlns:a="http://schemas.openxmlformats.org/drawingml/2006/main">
            <a:off x="5105400" y="266700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90" name="r-s0-label">
            <a:extLst xmlns:a="http://schemas.openxmlformats.org/drawingml/2006/main">
              <a:ext uri="{FF2B5EF4-FFF2-40B4-BE49-F238E27FC236}">
                <a16:creationId xmlns:a16="http://schemas.microsoft.com/office/drawing/2014/main" id="{EE220720-8D7F-4195-8EC0-8455EE37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51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S0  q(S0)=A</a:t>
            </a:r>
          </a:p>
        </p:txBody>
      </p:sp>
      <p:sp>
        <p:nvSpPr>
          <p:cNvPr id="91" name="r-defer">
            <a:extLst xmlns:a="http://schemas.openxmlformats.org/drawingml/2006/main">
              <a:ext uri="{FF2B5EF4-FFF2-40B4-BE49-F238E27FC236}">
                <a16:creationId xmlns:a16="http://schemas.microsoft.com/office/drawing/2014/main" id="{22F19FF0-159D-467A-843E-FCBE85FD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241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DEFER q</a:t>
            </a:r>
          </a:p>
        </p:txBody>
      </p:sp>
      <p:sp>
        <p:nvSpPr>
          <p:cNvPr id="92" name="r-resolve">
            <a:extLst xmlns:a="http://schemas.openxmlformats.org/drawingml/2006/main">
              <a:ext uri="{FF2B5EF4-FFF2-40B4-BE49-F238E27FC236}">
                <a16:creationId xmlns:a16="http://schemas.microsoft.com/office/drawing/2014/main" id="{4523A30A-5F90-4CBB-8EBA-24D05E3D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3837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2D7F7B"/>
                </a:solidFill>
              </a:defRPr>
            </a:pPr>
            <a:r>
              <a:rPr sz="675" b="1" i="0">
                <a:solidFill>
                  <a:srgbClr val="2D7F7B"/>
                </a:solidFill>
              </a:rPr>
              <a:t>resolve q on S1</a:t>
            </a:r>
          </a:p>
        </p:txBody>
      </p:sp>
      <p:sp>
        <p:nvSpPr>
          <p:cNvPr id="93" name="r-s1-label">
            <a:extLst xmlns:a="http://schemas.openxmlformats.org/drawingml/2006/main">
              <a:ext uri="{FF2B5EF4-FFF2-40B4-BE49-F238E27FC236}">
                <a16:creationId xmlns:a16="http://schemas.microsoft.com/office/drawing/2014/main" id="{F8111A24-5537-4F69-BA69-4F2A8DE3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051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S1  q(S1)=B</a:t>
            </a:r>
          </a:p>
        </p:txBody>
      </p:sp>
      <p:sp>
        <p:nvSpPr>
          <p:cNvPr id="94" name="r-target-label">
            <a:extLst xmlns:a="http://schemas.openxmlformats.org/drawingml/2006/main">
              <a:ext uri="{FF2B5EF4-FFF2-40B4-BE49-F238E27FC236}">
                <a16:creationId xmlns:a16="http://schemas.microsoft.com/office/drawing/2014/main" id="{DAA91862-CA54-49D9-9286-F6E8A858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9051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target B</a:t>
            </a:r>
          </a:p>
        </p:txBody>
      </p:sp>
      <p:sp>
        <p:nvSpPr>
          <p:cNvPr id="95" name="r-spark-dot-1">
            <a:extLst xmlns:a="http://schemas.openxmlformats.org/drawingml/2006/main">
              <a:ext uri="{FF2B5EF4-FFF2-40B4-BE49-F238E27FC236}">
                <a16:creationId xmlns:a16="http://schemas.microsoft.com/office/drawing/2014/main" id="{16EC92B6-989F-4429-B54A-69AEA813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38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96" name="r-spark-dot-2">
            <a:extLst xmlns:a="http://schemas.openxmlformats.org/drawingml/2006/main">
              <a:ext uri="{FF2B5EF4-FFF2-40B4-BE49-F238E27FC236}">
                <a16:creationId xmlns:a16="http://schemas.microsoft.com/office/drawing/2014/main" id="{9872EEEE-A6B8-444C-BBE7-874FA1CD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907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97" name="r-spark-dot-3">
            <a:extLst xmlns:a="http://schemas.openxmlformats.org/drawingml/2006/main">
              <a:ext uri="{FF2B5EF4-FFF2-40B4-BE49-F238E27FC236}">
                <a16:creationId xmlns:a16="http://schemas.microsoft.com/office/drawing/2014/main" id="{CA484798-955C-4F34-87C9-55BC2944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43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98" name="pair-invariant">
            <a:extLst xmlns:a="http://schemas.openxmlformats.org/drawingml/2006/main">
              <a:ext uri="{FF2B5EF4-FFF2-40B4-BE49-F238E27FC236}">
                <a16:creationId xmlns:a16="http://schemas.microsoft.com/office/drawing/2014/main" id="{C8304DBD-4BFE-4F25-9888-A1AA3D7F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8343A"/>
                </a:solidFill>
              </a:defRPr>
            </a:pPr>
            <a:r>
              <a:rPr sz="750" b="1" i="0">
                <a:solidFill>
                  <a:srgbClr val="28343A"/>
                </a:solidFill>
              </a:rPr>
              <a:t>same world transition + same interface; only commitment timing changes</a:t>
            </a:r>
          </a:p>
        </p:txBody>
      </p:sp>
      <p:sp>
        <p:nvSpPr>
          <p:cNvPr id="99" name="line-legend">
            <a:extLst xmlns:a="http://schemas.openxmlformats.org/drawingml/2006/main">
              <a:ext uri="{FF2B5EF4-FFF2-40B4-BE49-F238E27FC236}">
                <a16:creationId xmlns:a16="http://schemas.microsoft.com/office/drawing/2014/main" id="{F7FB0612-8553-4E47-B166-05EEA2CD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623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9787E"/>
                </a:solidFill>
              </a:defRPr>
            </a:pPr>
            <a:r>
              <a:rPr sz="600" b="0" i="0">
                <a:solidFill>
                  <a:srgbClr val="69787E"/>
                </a:solidFill>
              </a:rPr>
              <a:t>solid Preserve | dashed Reevaluate</a:t>
            </a:r>
          </a:p>
        </p:txBody>
      </p:sp>
      <p:sp>
        <p:nvSpPr>
          <p:cNvPr id="100" name="same-chip">
            <a:extLst xmlns:a="http://schemas.openxmlformats.org/drawingml/2006/main">
              <a:ext uri="{FF2B5EF4-FFF2-40B4-BE49-F238E27FC236}">
                <a16:creationId xmlns:a16="http://schemas.microsoft.com/office/drawing/2014/main" id="{2ECA7E11-BF8B-4B73-ACDB-DB9B0AA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1" name="same-chip-text">
            <a:extLst xmlns:a="http://schemas.openxmlformats.org/drawingml/2006/main">
              <a:ext uri="{FF2B5EF4-FFF2-40B4-BE49-F238E27FC236}">
                <a16:creationId xmlns:a16="http://schemas.microsoft.com/office/drawing/2014/main" id="{1EF96D85-6ACD-4CCA-A541-38B1D0B3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3875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0343F"/>
                </a:solidFill>
              </a:defRPr>
            </a:pPr>
            <a:r>
              <a:rPr sz="975" b="1" i="0">
                <a:solidFill>
                  <a:srgbClr val="30343F"/>
                </a:solidFill>
              </a:rPr>
              <a:t>same controller + same interface</a:t>
            </a:r>
          </a:p>
        </p:txBody>
      </p:sp>
      <p:sp>
        <p:nvSpPr>
          <p:cNvPr id="102" name="same-chip-rule">
            <a:extLst xmlns:a="http://schemas.openxmlformats.org/drawingml/2006/main">
              <a:ext uri="{FF2B5EF4-FFF2-40B4-BE49-F238E27FC236}">
                <a16:creationId xmlns:a16="http://schemas.microsoft.com/office/drawing/2014/main" id="{6B04344D-1995-4EDE-8E94-6F999A8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2867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103" name="independent">
            <a:extLst xmlns:a="http://schemas.openxmlformats.org/drawingml/2006/main">
              <a:ext uri="{FF2B5EF4-FFF2-40B4-BE49-F238E27FC236}">
                <a16:creationId xmlns:a16="http://schemas.microsoft.com/office/drawing/2014/main" id="{95737EFA-81CC-4FD9-8BD2-28F17244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048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9787E"/>
                </a:solidFill>
              </a:defRPr>
            </a:pPr>
            <a:r>
              <a:rPr sz="825" b="0" i="1">
                <a:solidFill>
                  <a:srgbClr val="69787E"/>
                </a:solidFill>
              </a:rPr>
              <a:t>two independent runs</a:t>
            </a:r>
          </a:p>
        </p:txBody>
      </p:sp>
      <p:sp>
        <p:nvSpPr>
          <p:cNvPr id="104" name="p-packet">
            <a:extLst xmlns:a="http://schemas.openxmlformats.org/drawingml/2006/main">
              <a:ext uri="{FF2B5EF4-FFF2-40B4-BE49-F238E27FC236}">
                <a16:creationId xmlns:a16="http://schemas.microsoft.com/office/drawing/2014/main" id="{F90086E0-30CB-4345-8F96-99272567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001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05" name="r-packet">
            <a:extLst xmlns:a="http://schemas.openxmlformats.org/drawingml/2006/main">
              <a:ext uri="{FF2B5EF4-FFF2-40B4-BE49-F238E27FC236}">
                <a16:creationId xmlns:a16="http://schemas.microsoft.com/office/drawing/2014/main" id="{4F27ED4B-0579-41CE-A8DE-A60C0FFD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6" name="probe">
            <a:extLst xmlns:a="http://schemas.openxmlformats.org/drawingml/2006/main">
              <a:ext uri="{FF2B5EF4-FFF2-40B4-BE49-F238E27FC236}">
                <a16:creationId xmlns:a16="http://schemas.microsoft.com/office/drawing/2014/main" id="{7C79CC02-7DD6-498E-BE4E-492910A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28725"/>
            <a:ext cx="9144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16193">
            <a:solidFill>
              <a:srgbClr val="28343A"/>
            </a:solidFill>
            <a:prstDash val="solid"/>
          </a:ln>
        </p:spPr>
      </p:sp>
      <p:sp>
        <p:nvSpPr>
          <p:cNvPr id="107" name="probe-title">
            <a:extLst xmlns:a="http://schemas.openxmlformats.org/drawingml/2006/main">
              <a:ext uri="{FF2B5EF4-FFF2-40B4-BE49-F238E27FC236}">
                <a16:creationId xmlns:a16="http://schemas.microsoft.com/office/drawing/2014/main" id="{943C7796-29A8-42E3-8641-7BFC7D81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1445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0343F"/>
                </a:solidFill>
              </a:defRPr>
            </a:pPr>
            <a:r>
              <a:rPr sz="900" b="1" i="0">
                <a:solidFill>
                  <a:srgbClr val="30343F"/>
                </a:solidFill>
              </a:rPr>
              <a:t>Probe</a:t>
            </a:r>
          </a:p>
        </p:txBody>
      </p:sp>
      <p:sp>
        <p:nvSpPr>
          <p:cNvPr id="108" name="probe-kind">
            <a:extLst xmlns:a="http://schemas.openxmlformats.org/drawingml/2006/main">
              <a:ext uri="{FF2B5EF4-FFF2-40B4-BE49-F238E27FC236}">
                <a16:creationId xmlns:a16="http://schemas.microsoft.com/office/drawing/2014/main" id="{CA2FCC29-2A8B-41F5-AAE7-00419BE6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525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69787E"/>
                </a:solidFill>
              </a:defRPr>
            </a:pPr>
            <a:r>
              <a:rPr sz="600" b="1" i="0">
                <a:solidFill>
                  <a:srgbClr val="69787E"/>
                </a:solidFill>
              </a:rPr>
              <a:t>controller black box</a:t>
            </a:r>
          </a:p>
        </p:txBody>
      </p:sp>
      <p:sp>
        <p:nvSpPr>
          <p:cNvPr id="109" name="probe-dot-p">
            <a:extLst xmlns:a="http://schemas.openxmlformats.org/drawingml/2006/main">
              <a:ext uri="{FF2B5EF4-FFF2-40B4-BE49-F238E27FC236}">
                <a16:creationId xmlns:a16="http://schemas.microsoft.com/office/drawing/2014/main" id="{CFC2E6AF-F38F-4576-B2A0-1E8C6EF7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09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10" name="probe-dot-r">
            <a:extLst xmlns:a="http://schemas.openxmlformats.org/drawingml/2006/main">
              <a:ext uri="{FF2B5EF4-FFF2-40B4-BE49-F238E27FC236}">
                <a16:creationId xmlns:a16="http://schemas.microsoft.com/office/drawing/2014/main" id="{8596C51F-7E9B-4C3A-9991-4E223CD7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11" name="probe-blackbox">
            <a:extLst xmlns:a="http://schemas.openxmlformats.org/drawingml/2006/main">
              <a:ext uri="{FF2B5EF4-FFF2-40B4-BE49-F238E27FC236}">
                <a16:creationId xmlns:a16="http://schemas.microsoft.com/office/drawing/2014/main" id="{094FF41C-D8F4-4D17-B9DF-7DFAB1D3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69787E"/>
                </a:solidFill>
              </a:defRPr>
            </a:pPr>
            <a:r>
              <a:rPr sz="600" b="1" i="0">
                <a:solidFill>
                  <a:srgbClr val="69787E"/>
                </a:solidFill>
              </a:rPr>
              <a:t>internals unobserved</a:t>
            </a:r>
          </a:p>
        </p:txBody>
      </p:sp>
      <p:sp>
        <p:nvSpPr>
          <p:cNvPr id="112" name="probe-io">
            <a:extLst xmlns:a="http://schemas.openxmlformats.org/drawingml/2006/main">
              <a:ext uri="{FF2B5EF4-FFF2-40B4-BE49-F238E27FC236}">
                <a16:creationId xmlns:a16="http://schemas.microsoft.com/office/drawing/2014/main" id="{A84F55CD-ACBB-4FBA-9256-969D5E4B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9077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0343F"/>
                </a:solidFill>
              </a:defRPr>
            </a:pPr>
            <a:r>
              <a:rPr sz="675" b="1" i="0">
                <a:solidFill>
                  <a:srgbClr val="30343F"/>
                </a:solidFill>
              </a:rPr>
              <a:t>instruction + history</a:t>
            </a:r>
          </a:p>
          <a:p xmlns:a="http://schemas.openxmlformats.org/drawingml/2006/main">
            <a:pPr algn="ctr">
              <a:defRPr sz="675" b="1" i="0">
                <a:solidFill>
                  <a:srgbClr val="30343F"/>
                </a:solidFill>
              </a:defRPr>
            </a:pPr>
            <a:r>
              <a:rPr sz="675" b="1" i="0">
                <a:solidFill>
                  <a:srgbClr val="30343F"/>
                </a:solidFill>
              </a:rPr>
              <a:t>+ observed state</a:t>
            </a:r>
          </a:p>
          <a:p xmlns:a="http://schemas.openxmlformats.org/drawingml/2006/main">
            <a:pPr algn="ctr">
              <a:defRPr sz="675" b="1" i="0">
                <a:solidFill>
                  <a:srgbClr val="30343F"/>
                </a:solidFill>
              </a:defRPr>
            </a:pPr>
            <a:r>
              <a:rPr sz="675" b="1" i="0">
                <a:solidFill>
                  <a:srgbClr val="30343F"/>
                </a:solidFill>
              </a:rPr>
              <a:t>-&gt; target ID</a:t>
            </a:r>
          </a:p>
        </p:txBody>
      </p:sp>
      <p:sp>
        <p:nvSpPr>
          <p:cNvPr id="113" name="tp">
            <a:extLst xmlns:a="http://schemas.openxmlformats.org/drawingml/2006/main">
              <a:ext uri="{FF2B5EF4-FFF2-40B4-BE49-F238E27FC236}">
                <a16:creationId xmlns:a16="http://schemas.microsoft.com/office/drawing/2014/main" id="{81617019-9920-45D4-B56E-CFB702FB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47800"/>
            <a:ext cx="476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AECE8"/>
          </a:solidFill>
          <a:ln xmlns:a="http://schemas.openxmlformats.org/drawingml/2006/main" w="14288">
            <a:solidFill>
              <a:srgbClr val="B94D49"/>
            </a:solidFill>
            <a:prstDash val="solid"/>
          </a:ln>
        </p:spPr>
      </p:sp>
      <p:sp>
        <p:nvSpPr>
          <p:cNvPr id="114" name="tp-text">
            <a:extLst xmlns:a="http://schemas.openxmlformats.org/drawingml/2006/main">
              <a:ext uri="{FF2B5EF4-FFF2-40B4-BE49-F238E27FC236}">
                <a16:creationId xmlns:a16="http://schemas.microsoft.com/office/drawing/2014/main" id="{DBF3EB78-0A52-47B4-B859-D7615B00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1">
                <a:solidFill>
                  <a:srgbClr val="B94D49"/>
                </a:solidFill>
              </a:defRPr>
            </a:pPr>
            <a:r>
              <a:rPr sz="600" b="1" i="1">
                <a:solidFill>
                  <a:srgbClr val="B94D49"/>
                </a:solidFill>
              </a:rPr>
              <a:t>TP</a:t>
            </a:r>
          </a:p>
        </p:txBody>
      </p:sp>
      <p:sp>
        <p:nvSpPr>
          <p:cNvPr id="115" name="tr">
            <a:extLst xmlns:a="http://schemas.openxmlformats.org/drawingml/2006/main">
              <a:ext uri="{FF2B5EF4-FFF2-40B4-BE49-F238E27FC236}">
                <a16:creationId xmlns:a16="http://schemas.microsoft.com/office/drawing/2014/main" id="{4F9652B3-D086-480A-92B9-3233F20D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476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2D7F7B"/>
            </a:solidFill>
            <a:prstDash val="dash"/>
          </a:ln>
        </p:spPr>
      </p:sp>
      <p:sp>
        <p:nvSpPr>
          <p:cNvPr id="116" name="tr-text">
            <a:extLst xmlns:a="http://schemas.openxmlformats.org/drawingml/2006/main">
              <a:ext uri="{FF2B5EF4-FFF2-40B4-BE49-F238E27FC236}">
                <a16:creationId xmlns:a16="http://schemas.microsoft.com/office/drawing/2014/main" id="{C7E488F2-84AC-440C-8166-901BC6C7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479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1">
                <a:solidFill>
                  <a:srgbClr val="2D7F7B"/>
                </a:solidFill>
              </a:defRPr>
            </a:pPr>
            <a:r>
              <a:rPr sz="600" b="1" i="1">
                <a:solidFill>
                  <a:srgbClr val="2D7F7B"/>
                </a:solidFill>
              </a:rPr>
              <a:t>TR</a:t>
            </a:r>
          </a:p>
        </p:txBody>
      </p:sp>
      <p:sp>
        <p:nvSpPr>
          <p:cNvPr id="117" name="p-in">
            <a:extLst xmlns:a="http://schemas.openxmlformats.org/drawingml/2006/main">
              <a:ext uri="{FF2B5EF4-FFF2-40B4-BE49-F238E27FC236}">
                <a16:creationId xmlns:a16="http://schemas.microsoft.com/office/drawing/2014/main" id="{22A01D1B-2ADD-4D88-B9B5-FBD9B350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621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8" name="r-in">
            <a:extLst xmlns:a="http://schemas.openxmlformats.org/drawingml/2006/main">
              <a:ext uri="{FF2B5EF4-FFF2-40B4-BE49-F238E27FC236}">
                <a16:creationId xmlns:a16="http://schemas.microsoft.com/office/drawing/2014/main" id="{FBD8619D-1471-4178-AA76-DD2B3B0C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336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9" name="p-out">
            <a:extLst xmlns:a="http://schemas.openxmlformats.org/drawingml/2006/main">
              <a:ext uri="{FF2B5EF4-FFF2-40B4-BE49-F238E27FC236}">
                <a16:creationId xmlns:a16="http://schemas.microsoft.com/office/drawing/2014/main" id="{CD09075F-0762-496F-BF57-89342F60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0" name="r-out">
            <a:extLst xmlns:a="http://schemas.openxmlformats.org/drawingml/2006/main">
              <a:ext uri="{FF2B5EF4-FFF2-40B4-BE49-F238E27FC236}">
                <a16:creationId xmlns:a16="http://schemas.microsoft.com/office/drawing/2014/main" id="{B821075C-70E3-4DBE-9479-4BD26A3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1" name=""/>
          <p:cNvCxnSpPr>
            <a:stCxn xmlns:a="http://schemas.openxmlformats.org/drawingml/2006/main" id="104" idx="6"/>
            <a:endCxn xmlns:a="http://schemas.openxmlformats.org/drawingml/2006/main" id="117" idx="2"/>
          </p:cNvCxnSpPr>
          <p:nvPr/>
        </p:nvCxnSpPr>
        <p:spPr>
          <a:xfrm xmlns:a="http://schemas.openxmlformats.org/drawingml/2006/main" rot="5400000">
            <a:off x="7224713" y="1481138"/>
            <a:ext cx="28575" cy="228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2" name=""/>
          <p:cNvCxnSpPr>
            <a:stCxn xmlns:a="http://schemas.openxmlformats.org/drawingml/2006/main" id="105" idx="6"/>
            <a:endCxn xmlns:a="http://schemas.openxmlformats.org/drawingml/2006/main" id="118" idx="2"/>
          </p:cNvCxnSpPr>
          <p:nvPr/>
        </p:nvCxnSpPr>
        <p:spPr>
          <a:xfrm xmlns:a="http://schemas.openxmlformats.org/drawingml/2006/main" rot="5400000">
            <a:off x="7224713" y="2452688"/>
            <a:ext cx="28575" cy="228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83" name=""/>
          <p:cNvCxnSpPr>
            <a:stCxn xmlns:a="http://schemas.openxmlformats.org/drawingml/2006/main" id="119" idx="6"/>
            <a:endCxn xmlns:a="http://schemas.openxmlformats.org/drawingml/2006/main" id="113" idx="1"/>
          </p:cNvCxnSpPr>
          <p:nvPr/>
        </p:nvCxnSpPr>
        <p:spPr>
          <a:xfrm xmlns:a="http://schemas.openxmlformats.org/drawingml/2006/main" rot="16200000" flipH="1">
            <a:off x="8243888" y="1547813"/>
            <a:ext cx="9525" cy="76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4" name=""/>
          <p:cNvCxnSpPr>
            <a:stCxn xmlns:a="http://schemas.openxmlformats.org/drawingml/2006/main" id="120" idx="6"/>
            <a:endCxn xmlns:a="http://schemas.openxmlformats.org/drawingml/2006/main" id="115" idx="1"/>
          </p:cNvCxnSpPr>
          <p:nvPr/>
        </p:nvCxnSpPr>
        <p:spPr>
          <a:xfrm xmlns:a="http://schemas.openxmlformats.org/drawingml/2006/main" rot="16200000" flipH="1">
            <a:off x="8243888" y="2519363"/>
            <a:ext cx="9525" cy="76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25" name="p-in-port">
            <a:extLst xmlns:a="http://schemas.openxmlformats.org/drawingml/2006/main">
              <a:ext uri="{FF2B5EF4-FFF2-40B4-BE49-F238E27FC236}">
                <a16:creationId xmlns:a16="http://schemas.microsoft.com/office/drawing/2014/main" id="{32865AAE-D0BF-4AEE-8432-2E5A9AC2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6" name="r-in-port">
            <a:extLst xmlns:a="http://schemas.openxmlformats.org/drawingml/2006/main">
              <a:ext uri="{FF2B5EF4-FFF2-40B4-BE49-F238E27FC236}">
                <a16:creationId xmlns:a16="http://schemas.microsoft.com/office/drawing/2014/main" id="{7FB5A709-5032-42D8-A23D-564220CF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7" name="p-out-port">
            <a:extLst xmlns:a="http://schemas.openxmlformats.org/drawingml/2006/main">
              <a:ext uri="{FF2B5EF4-FFF2-40B4-BE49-F238E27FC236}">
                <a16:creationId xmlns:a16="http://schemas.microsoft.com/office/drawing/2014/main" id="{467051CB-7581-47E0-B5B8-F1A1EE53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8" name="r-out-port">
            <a:extLst xmlns:a="http://schemas.openxmlformats.org/drawingml/2006/main">
              <a:ext uri="{FF2B5EF4-FFF2-40B4-BE49-F238E27FC236}">
                <a16:creationId xmlns:a16="http://schemas.microsoft.com/office/drawing/2014/main" id="{9A897894-86A6-485F-8D27-FC24D715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9" name="withheld">
            <a:extLst xmlns:a="http://schemas.openxmlformats.org/drawingml/2006/main">
              <a:ext uri="{FF2B5EF4-FFF2-40B4-BE49-F238E27FC236}">
                <a16:creationId xmlns:a16="http://schemas.microsoft.com/office/drawing/2014/main" id="{C6DD610E-D3CE-4F56-9451-F53BA79F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194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1">
                <a:solidFill>
                  <a:srgbClr val="69787E"/>
                </a:solidFill>
              </a:defRPr>
            </a:pPr>
            <a:r>
              <a:rPr sz="600" b="0" i="1">
                <a:solidFill>
                  <a:srgbClr val="69787E"/>
                </a:solidFill>
              </a:rPr>
              <a:t>Withheld: gold mode/target; normalized selector fields; generator winner IDs</a:t>
            </a:r>
          </a:p>
        </p:txBody>
      </p:sp>
      <p:sp>
        <p:nvSpPr>
          <p:cNvPr id="130" name="evidence-spine">
            <a:extLst xmlns:a="http://schemas.openxmlformats.org/drawingml/2006/main">
              <a:ext uri="{FF2B5EF4-FFF2-40B4-BE49-F238E27FC236}">
                <a16:creationId xmlns:a16="http://schemas.microsoft.com/office/drawing/2014/main" id="{14B75865-A6FB-43BC-876D-A7976DEC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5245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31" name="readout-1">
            <a:extLst xmlns:a="http://schemas.openxmlformats.org/drawingml/2006/main">
              <a:ext uri="{FF2B5EF4-FFF2-40B4-BE49-F238E27FC236}">
                <a16:creationId xmlns:a16="http://schemas.microsoft.com/office/drawing/2014/main" id="{438FE79F-49AD-4F44-A7F5-FF08BADA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3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899D"/>
                </a:solidFill>
              </a:defRPr>
            </a:pPr>
            <a:r>
              <a:rPr sz="1050" b="1">
                <a:solidFill>
                  <a:srgbClr val="66899D"/>
                </a:solidFill>
              </a:rPr>
              <a:t>1</a:t>
            </a:r>
          </a:p>
        </p:txBody>
      </p:sp>
      <p:sp>
        <p:nvSpPr>
          <p:cNvPr id="132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A04045F4-C828-4474-B7B2-B3E22F2C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53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0343F"/>
                </a:solidFill>
              </a:defRPr>
            </a:pPr>
            <a:r>
              <a:rPr sz="1350" b="1" i="0">
                <a:solidFill>
                  <a:srgbClr val="30343F"/>
                </a:solidFill>
              </a:rPr>
              <a:t>PairAcc</a:t>
            </a:r>
          </a:p>
        </p:txBody>
      </p:sp>
      <p:sp>
        <p:nvSpPr>
          <p:cNvPr id="133" name="pairacc-formula">
            <a:extLst xmlns:a="http://schemas.openxmlformats.org/drawingml/2006/main">
              <a:ext uri="{FF2B5EF4-FFF2-40B4-BE49-F238E27FC236}">
                <a16:creationId xmlns:a16="http://schemas.microsoft.com/office/drawing/2014/main" id="{7634B362-163F-46E1-B989-75800EB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04825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iracc-formula-text">
            <a:extLst xmlns:a="http://schemas.openxmlformats.org/drawingml/2006/main">
              <a:ext uri="{FF2B5EF4-FFF2-40B4-BE49-F238E27FC236}">
                <a16:creationId xmlns:a16="http://schemas.microsoft.com/office/drawing/2014/main" id="{54E10C12-4309-4F78-88E7-B07FDC13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4292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1">
                <a:solidFill>
                  <a:srgbClr val="30343F"/>
                </a:solidFill>
              </a:defRPr>
            </a:pPr>
            <a:r>
              <a:rPr sz="1050" b="1" i="1">
                <a:solidFill>
                  <a:srgbClr val="30343F"/>
                </a:solidFill>
              </a:rPr>
              <a:t>T_P=A  AND  T_R=B</a:t>
            </a:r>
          </a:p>
        </p:txBody>
      </p:sp>
      <p:sp>
        <p:nvSpPr>
          <p:cNvPr id="135" name="pairacc-denom">
            <a:extLst xmlns:a="http://schemas.openxmlformats.org/drawingml/2006/main">
              <a:ext uri="{FF2B5EF4-FFF2-40B4-BE49-F238E27FC236}">
                <a16:creationId xmlns:a16="http://schemas.microsoft.com/office/drawing/2014/main" id="{62AE6BF5-F4B8-4D19-9542-0050467D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191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87E"/>
                </a:solidFill>
              </a:defRPr>
            </a:pPr>
            <a:r>
              <a:rPr sz="825" b="0" i="0">
                <a:solidFill>
                  <a:srgbClr val="69787E"/>
                </a:solidFill>
              </a:rPr>
              <a:t>all complete changed-winner pairs</a:t>
            </a:r>
          </a:p>
        </p:txBody>
      </p:sp>
      <p:sp>
        <p:nvSpPr>
          <p:cNvPr id="136" name="c-sep-1">
            <a:extLst xmlns:a="http://schemas.openxmlformats.org/drawingml/2006/main">
              <a:ext uri="{FF2B5EF4-FFF2-40B4-BE49-F238E27FC236}">
                <a16:creationId xmlns:a16="http://schemas.microsoft.com/office/drawing/2014/main" id="{24F0466D-60FA-4F7B-96E4-40939973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06680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37" name="readout-2">
            <a:extLst xmlns:a="http://schemas.openxmlformats.org/drawingml/2006/main">
              <a:ext uri="{FF2B5EF4-FFF2-40B4-BE49-F238E27FC236}">
                <a16:creationId xmlns:a16="http://schemas.microsoft.com/office/drawing/2014/main" id="{AB1BFD94-0920-40B7-9F27-BA3926F4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001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4D49"/>
                </a:solidFill>
              </a:defRPr>
            </a:pPr>
            <a:r>
              <a:rPr sz="1050" b="1">
                <a:solidFill>
                  <a:srgbClr val="B94D49"/>
                </a:solidFill>
              </a:rPr>
              <a:t>2</a:t>
            </a:r>
          </a:p>
        </p:txBody>
      </p:sp>
      <p:sp>
        <p:nvSpPr>
          <p:cNvPr id="138" name="sub-title">
            <a:extLst xmlns:a="http://schemas.openxmlformats.org/drawingml/2006/main">
              <a:ext uri="{FF2B5EF4-FFF2-40B4-BE49-F238E27FC236}">
                <a16:creationId xmlns:a16="http://schemas.microsoft.com/office/drawing/2014/main" id="{DD8A7856-0EEF-4B68-A103-722208AC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71575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0343F"/>
                </a:solidFill>
              </a:defRPr>
            </a:pPr>
            <a:r>
              <a:rPr sz="1275" b="1" i="0">
                <a:solidFill>
                  <a:srgbClr val="30343F"/>
                </a:solidFill>
              </a:rPr>
              <a:t>Conditional substitution</a:t>
            </a:r>
          </a:p>
        </p:txBody>
      </p:sp>
      <p:sp>
        <p:nvSpPr>
          <p:cNvPr id="139" name="sub-a">
            <a:extLst xmlns:a="http://schemas.openxmlformats.org/drawingml/2006/main">
              <a:ext uri="{FF2B5EF4-FFF2-40B4-BE49-F238E27FC236}">
                <a16:creationId xmlns:a16="http://schemas.microsoft.com/office/drawing/2014/main" id="{72F9F9DF-9A73-43E7-B30A-3E695FE3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0" name="sub-clock-face">
            <a:extLst xmlns:a="http://schemas.openxmlformats.org/drawingml/2006/main">
              <a:ext uri="{FF2B5EF4-FFF2-40B4-BE49-F238E27FC236}">
                <a16:creationId xmlns:a16="http://schemas.microsoft.com/office/drawing/2014/main" id="{AE497A70-9008-45A2-918A-883AF5AF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543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8343A"/>
            </a:solidFill>
            <a:prstDash val="solid"/>
          </a:ln>
        </p:spPr>
      </p:sp>
      <p:sp>
        <p:nvSpPr>
          <p:cNvPr id="141" name="sub-clock-hand-v">
            <a:extLst xmlns:a="http://schemas.openxmlformats.org/drawingml/2006/main">
              <a:ext uri="{FF2B5EF4-FFF2-40B4-BE49-F238E27FC236}">
                <a16:creationId xmlns:a16="http://schemas.microsoft.com/office/drawing/2014/main" id="{4D0D6315-7206-49CC-880F-9A325F7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618" y="1594485"/>
            <a:ext cx="1905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42" name="sub-clock-hand-h">
            <a:extLst xmlns:a="http://schemas.openxmlformats.org/drawingml/2006/main">
              <a:ext uri="{FF2B5EF4-FFF2-40B4-BE49-F238E27FC236}">
                <a16:creationId xmlns:a16="http://schemas.microsoft.com/office/drawing/2014/main" id="{5F439D64-B244-4482-9FF3-E7710BBA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618" y="1683068"/>
            <a:ext cx="628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43" name="sub-clock-hub">
            <a:extLst xmlns:a="http://schemas.openxmlformats.org/drawingml/2006/main">
              <a:ext uri="{FF2B5EF4-FFF2-40B4-BE49-F238E27FC236}">
                <a16:creationId xmlns:a16="http://schemas.microsoft.com/office/drawing/2014/main" id="{B57C7B27-768F-4950-B8C7-2C39C62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473" y="1665923"/>
            <a:ext cx="40005" cy="40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44" name="sub-b">
            <a:extLst xmlns:a="http://schemas.openxmlformats.org/drawingml/2006/main">
              <a:ext uri="{FF2B5EF4-FFF2-40B4-BE49-F238E27FC236}">
                <a16:creationId xmlns:a16="http://schemas.microsoft.com/office/drawing/2014/main" id="{F7CEF5AF-F096-4BC4-AC23-B98FFC1D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543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305" name=""/>
          <p:cNvCxnSpPr>
            <a:stCxn xmlns:a="http://schemas.openxmlformats.org/drawingml/2006/main" id="139" idx="6"/>
            <a:endCxn xmlns:a="http://schemas.openxmlformats.org/drawingml/2006/main" id="140" idx="2"/>
          </p:cNvCxnSpPr>
          <p:nvPr/>
        </p:nvCxnSpPr>
        <p:spPr>
          <a:xfrm xmlns:a="http://schemas.openxmlformats.org/drawingml/2006/main">
            <a:off x="9791700" y="16859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8343A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6" name=""/>
          <p:cNvCxnSpPr>
            <a:stCxn xmlns:a="http://schemas.openxmlformats.org/drawingml/2006/main" id="140" idx="6"/>
            <a:endCxn xmlns:a="http://schemas.openxmlformats.org/drawingml/2006/main" id="144" idx="2"/>
          </p:cNvCxnSpPr>
          <p:nvPr/>
        </p:nvCxnSpPr>
        <p:spPr>
          <a:xfrm xmlns:a="http://schemas.openxmlformats.org/drawingml/2006/main">
            <a:off x="10801350" y="16859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8343A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7" name="sub-label">
            <a:extLst xmlns:a="http://schemas.openxmlformats.org/drawingml/2006/main">
              <a:ext uri="{FF2B5EF4-FFF2-40B4-BE49-F238E27FC236}">
                <a16:creationId xmlns:a16="http://schemas.microsoft.com/office/drawing/2014/main" id="{644DB141-5F29-456B-8B96-6EEBB2F4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383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30343F"/>
                </a:solidFill>
              </a:defRPr>
            </a:pPr>
            <a:r>
              <a:rPr sz="675" b="0" i="0">
                <a:solidFill>
                  <a:srgbClr val="30343F"/>
                </a:solidFill>
              </a:rPr>
              <a:t>correct bind       refresh       final B</a:t>
            </a:r>
          </a:p>
        </p:txBody>
      </p:sp>
      <p:sp>
        <p:nvSpPr>
          <p:cNvPr id="148" name="sub-denom">
            <a:extLst xmlns:a="http://schemas.openxmlformats.org/drawingml/2006/main">
              <a:ext uri="{FF2B5EF4-FFF2-40B4-BE49-F238E27FC236}">
                <a16:creationId xmlns:a16="http://schemas.microsoft.com/office/drawing/2014/main" id="{0BA15917-5897-4FA7-AB48-9D4BF409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19300"/>
            <a:ext cx="2609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0343F"/>
                </a:solidFill>
              </a:defRPr>
            </a:pPr>
            <a:r>
              <a:rPr sz="750" b="0" i="0">
                <a:solidFill>
                  <a:srgbClr val="30343F"/>
                </a:solidFill>
              </a:rPr>
              <a:t>Preserve: correct binding + completed refresh + changed winner</a:t>
            </a:r>
          </a:p>
          <a:p xmlns:a="http://schemas.openxmlformats.org/drawingml/2006/main">
            <a:pPr algn="ctr">
              <a:defRPr sz="750" b="0" i="0">
                <a:solidFill>
                  <a:srgbClr val="30343F"/>
                </a:solidFill>
              </a:defRPr>
            </a:pPr>
            <a:r>
              <a:rPr sz="750" b="0" i="0">
                <a:solidFill>
                  <a:srgbClr val="30343F"/>
                </a:solidFill>
              </a:rPr>
              <a:t>+ surviving, action-valid A</a:t>
            </a:r>
          </a:p>
        </p:txBody>
      </p:sp>
      <p:sp>
        <p:nvSpPr>
          <p:cNvPr id="149" name="c-sep-2">
            <a:extLst xmlns:a="http://schemas.openxmlformats.org/drawingml/2006/main">
              <a:ext uri="{FF2B5EF4-FFF2-40B4-BE49-F238E27FC236}">
                <a16:creationId xmlns:a16="http://schemas.microsoft.com/office/drawing/2014/main" id="{E87A5D5E-5D15-4416-93A8-552CEE3D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1935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50" name="readout-3">
            <a:extLst xmlns:a="http://schemas.openxmlformats.org/drawingml/2006/main">
              <a:ext uri="{FF2B5EF4-FFF2-40B4-BE49-F238E27FC236}">
                <a16:creationId xmlns:a16="http://schemas.microsoft.com/office/drawing/2014/main" id="{4EFB4FBB-5F3C-4DDA-B5A9-78BA12B6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622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899D"/>
                </a:solidFill>
              </a:defRPr>
            </a:pPr>
            <a:r>
              <a:rPr sz="1050" b="1">
                <a:solidFill>
                  <a:srgbClr val="66899D"/>
                </a:solidFill>
              </a:rPr>
              <a:t>3</a:t>
            </a:r>
          </a:p>
        </p:txBody>
      </p:sp>
      <p:sp>
        <p:nvSpPr>
          <p:cNvPr id="151" name="exec-title">
            <a:extLst xmlns:a="http://schemas.openxmlformats.org/drawingml/2006/main">
              <a:ext uri="{FF2B5EF4-FFF2-40B4-BE49-F238E27FC236}">
                <a16:creationId xmlns:a16="http://schemas.microsoft.com/office/drawing/2014/main" id="{838D6450-3B2A-4808-8C71-01872FAB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33650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0343F"/>
                </a:solidFill>
              </a:defRPr>
            </a:pPr>
            <a:r>
              <a:rPr sz="1275" b="1" i="0">
                <a:solidFill>
                  <a:srgbClr val="30343F"/>
                </a:solidFill>
              </a:rPr>
              <a:t>Execution subset</a:t>
            </a:r>
          </a:p>
        </p:txBody>
      </p:sp>
      <p:sp>
        <p:nvSpPr>
          <p:cNvPr id="152" name="exec-id">
            <a:extLst xmlns:a="http://schemas.openxmlformats.org/drawingml/2006/main">
              <a:ext uri="{FF2B5EF4-FFF2-40B4-BE49-F238E27FC236}">
                <a16:creationId xmlns:a16="http://schemas.microsoft.com/office/drawing/2014/main" id="{44F3BC73-D079-4910-B3FE-8E5393D8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05125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8343A"/>
            </a:solidFill>
            <a:prstDash val="solid"/>
          </a:ln>
        </p:spPr>
      </p:sp>
      <p:sp>
        <p:nvSpPr>
          <p:cNvPr id="153" name="exec-id-text">
            <a:extLst xmlns:a="http://schemas.openxmlformats.org/drawingml/2006/main">
              <a:ext uri="{FF2B5EF4-FFF2-40B4-BE49-F238E27FC236}">
                <a16:creationId xmlns:a16="http://schemas.microsoft.com/office/drawing/2014/main" id="{8B663ADF-09F7-4C72-A0AB-84E875EF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33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8343A"/>
                </a:solidFill>
              </a:defRPr>
            </a:pPr>
            <a:r>
              <a:rPr sz="750" b="1" i="0">
                <a:solidFill>
                  <a:srgbClr val="28343A"/>
                </a:solidFill>
              </a:rPr>
              <a:t>ID</a:t>
            </a:r>
          </a:p>
        </p:txBody>
      </p:sp>
      <p:sp>
        <p:nvSpPr>
          <p:cNvPr id="154" name="write">
            <a:extLst xmlns:a="http://schemas.openxmlformats.org/drawingml/2006/main">
              <a:ext uri="{FF2B5EF4-FFF2-40B4-BE49-F238E27FC236}">
                <a16:creationId xmlns:a16="http://schemas.microsoft.com/office/drawing/2014/main" id="{6F012E6A-C2D6-4C11-8A14-2B4DB657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05125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66899D"/>
            </a:solidFill>
            <a:prstDash val="solid"/>
          </a:ln>
        </p:spPr>
      </p:sp>
      <p:sp>
        <p:nvSpPr>
          <p:cNvPr id="155" name="write-text">
            <a:extLst xmlns:a="http://schemas.openxmlformats.org/drawingml/2006/main">
              <a:ext uri="{FF2B5EF4-FFF2-40B4-BE49-F238E27FC236}">
                <a16:creationId xmlns:a16="http://schemas.microsoft.com/office/drawing/2014/main" id="{CA2BE622-7972-435F-9F1D-0CF564CA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241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30343F"/>
                </a:solidFill>
              </a:defRPr>
            </a:pPr>
            <a:r>
              <a:rPr sz="750" b="1" i="0">
                <a:solidFill>
                  <a:srgbClr val="30343F"/>
                </a:solidFill>
              </a:rPr>
              <a:t>TOOL WRITE</a:t>
            </a:r>
          </a:p>
        </p:txBody>
      </p:sp>
      <p:sp>
        <p:nvSpPr>
          <p:cNvPr id="156" name="diff">
            <a:extLst xmlns:a="http://schemas.openxmlformats.org/drawingml/2006/main">
              <a:ext uri="{FF2B5EF4-FFF2-40B4-BE49-F238E27FC236}">
                <a16:creationId xmlns:a16="http://schemas.microsoft.com/office/drawing/2014/main" id="{03F43E8C-CC26-42BB-8927-176BA96D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05125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2D7F7B"/>
            </a:solidFill>
            <a:prstDash val="solid"/>
          </a:ln>
        </p:spPr>
      </p:sp>
      <p:sp>
        <p:nvSpPr>
          <p:cNvPr id="157" name="diff-text">
            <a:extLst xmlns:a="http://schemas.openxmlformats.org/drawingml/2006/main">
              <a:ext uri="{FF2B5EF4-FFF2-40B4-BE49-F238E27FC236}">
                <a16:creationId xmlns:a16="http://schemas.microsoft.com/office/drawing/2014/main" id="{054DBF97-41C7-44A9-A10D-3FEF1285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9241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STATE DIFF</a:t>
            </a:r>
          </a:p>
        </p:txBody>
      </p:sp>
      <p:cxnSp>
        <p:nvCxnSpPr>
          <p:cNvPr id="318" name=""/>
          <p:cNvCxnSpPr>
            <a:stCxn xmlns:a="http://schemas.openxmlformats.org/drawingml/2006/main" id="152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9906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66899D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19" name=""/>
          <p:cNvCxnSpPr>
            <a:stCxn xmlns:a="http://schemas.openxmlformats.org/drawingml/2006/main" id="154" idx="3"/>
            <a:endCxn xmlns:a="http://schemas.openxmlformats.org/drawingml/2006/main" id="156" idx="1"/>
          </p:cNvCxnSpPr>
          <p:nvPr/>
        </p:nvCxnSpPr>
        <p:spPr>
          <a:xfrm xmlns:a="http://schemas.openxmlformats.org/drawingml/2006/main">
            <a:off x="11068050" y="30480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66899D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0" name="exec-denom">
            <a:extLst xmlns:a="http://schemas.openxmlformats.org/drawingml/2006/main">
              <a:ext uri="{FF2B5EF4-FFF2-40B4-BE49-F238E27FC236}">
                <a16:creationId xmlns:a16="http://schemas.microsoft.com/office/drawing/2014/main" id="{C7606A7D-243D-4F36-9958-22C279BA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71825"/>
            <a:ext cx="2609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87E"/>
                </a:solidFill>
              </a:defRPr>
            </a:pPr>
            <a:r>
              <a:rPr sz="675" b="0" i="0">
                <a:solidFill>
                  <a:srgbClr val="69787E"/>
                </a:solidFill>
              </a:rPr>
              <a:t>executed model-issued writes only</a:t>
            </a:r>
          </a:p>
        </p:txBody>
      </p:sp>
    </p:spTree>
    <p:extLst>
      <p:ext uri="{BB962C8B-B14F-4D97-AF65-F5344CB8AC3E}">
        <p14:creationId xmlns:p14="http://schemas.microsoft.com/office/powerpoint/2010/main" val="1088847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2026-07-28T17:37:47.7060000Z</dcterms:created>
  <dcterms:modified xsi:type="dcterms:W3CDTF">2026-07-28T17:37:47.7060000Z</dcterms:modified>
</coreProperties>
</file>