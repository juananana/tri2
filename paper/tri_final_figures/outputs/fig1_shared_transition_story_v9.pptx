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7121d7003a45ec" /><Relationship Type="http://schemas.openxmlformats.org/officeDocument/2006/relationships/extended-properties" Target="/docProps/app.xml" Id="Rba25658ae6fc44a7" /><Relationship Type="http://schemas.openxmlformats.org/officeDocument/2006/relationships/officeDocument" Target="/ppt/presentation.xml" Id="Rf99a91ebddf244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da7fb839b49d6"/>
  </p:sldMasterIdLst>
  <p:notesMasterIdLst>
    <p:notesMasterId xmlns:r="http://schemas.openxmlformats.org/officeDocument/2006/relationships" r:id="R5d7bfa61af194858"/>
  </p:notesMasterIdLst>
  <p:sldIdLst>
    <p:sldId xmlns:r="http://schemas.openxmlformats.org/officeDocument/2006/relationships" id="256" r:id="Ra524d05163aa4c2d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21f8f7764548ac" /><Relationship Type="http://schemas.openxmlformats.org/officeDocument/2006/relationships/slideMaster" Target="/ppt/slideMasters/slideMaster1.xml" Id="R982da7fb839b49d6" /><Relationship Type="http://schemas.openxmlformats.org/officeDocument/2006/relationships/notesMaster" Target="/ppt/notesMasters/notesMaster1.xml" Id="R5d7bfa61af194858" /><Relationship Type="http://schemas.openxmlformats.org/officeDocument/2006/relationships/presProps" Target="/ppt/presProps.xml" Id="Rfffa98f221004c99" /><Relationship Type="http://schemas.openxmlformats.org/officeDocument/2006/relationships/tableStyles" Target="/ppt/tableStyles.xml" Id="Ra272599b05584553" /><Relationship Type="http://schemas.openxmlformats.org/officeDocument/2006/relationships/slide" Target="/ppt/slides/slide1.xml" Id="Ra524d05163aa4c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8aeea10bc9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1d42e48c640cd" /><Relationship Type="http://schemas.openxmlformats.org/officeDocument/2006/relationships/notesMaster" Target="/ppt/notesMasters/notesMaster1.xml" Id="Rf3c157a0f6e945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eb4c1024941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4c11df75a74db3" /><Relationship Type="http://schemas.openxmlformats.org/officeDocument/2006/relationships/slideLayout" Target="/ppt/slideLayouts/slideLayout1.xml" Id="R023cb152235f4d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cb152235f4d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15dc74c474222" /><Relationship Type="http://schemas.openxmlformats.org/officeDocument/2006/relationships/notesSlide" Target="/ppt/notesSlides/notesSlide1.xml" Id="R3004858f5c0c4c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A86E29DF-0B45-4F4E-9365-4664FA40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correct target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3BD9FD16-3E00-484D-9016-24EF2D58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61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The same refresh supports opposite-gold instructions.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03A15EE5-D9D7-43A3-8F40-4C242CE3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CC75616B-4F2A-426F-8DFA-64C64F38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D8B2862F-6583-470F-A033-B07B6C56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E6633729-398C-4DBC-A983-C84C4F8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A6BD6512-24FE-4700-9596-CEDC0329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3F42C227-7B78-4042-8E33-786B08CA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4388BB92-463A-4804-B26D-CCD1B330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6F2F7684-7A4C-4AC3-87EC-6A60602D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C1BD2AB4-E651-4C9F-B08A-275997C0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63C69973-4F78-49E2-94B5-A0E3A852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AA784E63-7AB9-4B14-A134-D978339F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CBEDF444-FFCC-40BF-B75A-EBA1F6A3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477355CA-2BA2-4163-B58D-CE995A5C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41918E20-CE26-43F7-9A25-D9ADAD2C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38D87451-4B54-417F-8131-7FEE8A8C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9318BD4D-E62C-4ABB-AECE-6C91541B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319138BF-51E4-44E9-8CC2-787B73E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AC672AA3-2783-4F56-8ACF-38E15CF0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71FA0FA5-4BB8-42EC-9DD3-AC8C4805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62260BA2-355D-45B7-BA00-7E40934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60E2A9BE-78C2-4631-9455-61629082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1FF76C71-83DE-4AFE-9FBF-5A5C638E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242BEAC5-FBA8-4A90-8C80-9530C3E1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4410D736-F962-4232-AE9D-0AE482AF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6409A14D-B669-489E-96EA-CE7F988D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55E77786-816C-4964-BC5C-160B81DC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2B963760-0AE9-4676-AC9E-9B77A6BA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225AE4A6-3E60-42A5-B13E-42AB8B7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D16DD6B0-7EBD-4F4B-BF15-411C4C34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46019E86-F855-4FBC-B423-E7986463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32461AFA-64DC-4931-9BC6-D9B1BB2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DC8A06E0-0B68-4F81-863C-8C7397C4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7F45F69B-C1AF-4D23-A4E9-48963A4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B5AD0C94-3607-4736-A27B-F15B6540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CA967D49-E844-480E-9A05-8BB1AF3D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D7A42ED3-89BC-4DDE-95CE-01102F50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9F12FFFA-0288-434D-949D-5F3D257B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56A2E65A-C721-4491-B38B-70A5C60B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FBEEF209-534C-4B3C-84D2-96BA09CE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138599A6-19AB-4848-BAF3-A2673153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F3CBCAD4-9378-4DA7-97C1-D1ED798E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A850DD3E-BC16-40C8-8B01-DCB932B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FBE60487-E6AA-4A12-B985-5DFE253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3358F0AD-AD94-43C6-9E81-6519EE0E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1151401F-0E7B-4A66-8F99-1A929FF7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37E11BF1-0463-4936-95DC-16EE80AF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8111635B-3318-4F75-8A57-A463DFB9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79E6B696-402D-45FB-878B-B0893818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377F1E3A-D70E-45D8-8F2B-68E2360B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7CB60F70-E6F4-49FF-B4A3-4E7B87B0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70EAFD0D-9CA8-4CF4-8187-33751C1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6808A5E2-D23D-4CF5-967C-8FE4DA90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B6D57FFE-3F44-4715-9781-ADC648E8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B52A9184-9A16-4FCF-8DFE-BD22698F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DB5D9C53-CFF4-4BCF-909D-1D8C9495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CF33223A-8D9B-4788-9FFA-C5B085C6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228A724C-40FB-4B83-8960-B6B8BD6C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033C9212-88A1-4A17-9363-0C676A92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DA7A755F-B87A-45EE-9946-FA2A9674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731F6B0B-41A1-4C8E-82F7-E4F8BDC6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1FD19741-9E8B-403E-8021-EDBD190A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control-frame-shadow">
            <a:extLst xmlns:a="http://schemas.openxmlformats.org/drawingml/2006/main">
              <a:ext uri="{FF2B5EF4-FFF2-40B4-BE49-F238E27FC236}">
                <a16:creationId xmlns:a16="http://schemas.microsoft.com/office/drawing/2014/main" id="{C3BBB60B-9D61-42F8-9DAB-3E8EDE95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952500"/>
            <a:ext cx="708660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8575">
            <a:solidFill>
              <a:srgbClr val="DFF1F0"/>
            </a:solidFill>
            <a:prstDash val="solid"/>
          </a:ln>
        </p:spPr>
      </p:sp>
      <p:sp>
        <p:nvSpPr>
          <p:cNvPr id="65" name="control-frame">
            <a:extLst xmlns:a="http://schemas.openxmlformats.org/drawingml/2006/main">
              <a:ext uri="{FF2B5EF4-FFF2-40B4-BE49-F238E27FC236}">
                <a16:creationId xmlns:a16="http://schemas.microsoft.com/office/drawing/2014/main" id="{BCD7A65B-BF99-495A-A22A-A8FDC8F3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838200"/>
            <a:ext cx="708660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29BED488-2143-4C95-BF89-77EDAA8F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1CDBFEF8-9F81-404B-990F-2A9D447B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E26DC977-CA73-4CD0-B005-FADE045D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700275FA-EDFA-48C1-B57A-E604CB4B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824C1651-E4E0-404E-B4BA-34200598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control-state-title">
            <a:extLst xmlns:a="http://schemas.openxmlformats.org/drawingml/2006/main">
              <a:ext uri="{FF2B5EF4-FFF2-40B4-BE49-F238E27FC236}">
                <a16:creationId xmlns:a16="http://schemas.microsoft.com/office/drawing/2014/main" id="{9C1D2616-A916-4C57-9B01-432805FE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175260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2" name="control-state-divider">
            <a:extLst xmlns:a="http://schemas.openxmlformats.org/drawingml/2006/main">
              <a:ext uri="{FF2B5EF4-FFF2-40B4-BE49-F238E27FC236}">
                <a16:creationId xmlns:a16="http://schemas.microsoft.com/office/drawing/2014/main" id="{08632F27-EC72-4FBD-8FF2-FD7619EC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58575" y="205740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73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FC5A451B-7C10-429F-BD15-47F90B2B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2019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4" name="preserve-it">
            <a:extLst xmlns:a="http://schemas.openxmlformats.org/drawingml/2006/main">
              <a:ext uri="{FF2B5EF4-FFF2-40B4-BE49-F238E27FC236}">
                <a16:creationId xmlns:a16="http://schemas.microsoft.com/office/drawing/2014/main" id="{49E7AA0F-8AE6-4470-8182-A2F0509B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381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5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F00695BE-113B-4585-8D2C-420DA3F2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3907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6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BAB38C49-22DA-4B11-B9A3-6144B87C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514600"/>
            <a:ext cx="628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8BD81E48-4E34-45D2-BB40-2F856861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1730" y="2333625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3A5EE196-1076-4DC2-80CE-65016DAA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8868" y="2522220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9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04AFF503-365E-48ED-9900-E41EF514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3173" y="259937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8D766AC2-CA24-48A7-85EF-70FB26F4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8890" y="2659380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B8591180-8987-49D2-8F13-314CB8FD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2514600"/>
            <a:ext cx="4191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9BB544BF-79C3-4281-B281-AC4686DA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237172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3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ED220A44-ED1B-4EFE-8C6E-AD3FE53D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2381250"/>
            <a:ext cx="504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77D2BDFC-6DB6-4C02-B1F6-DC11E547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952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85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C5A3C69A-2354-4B97-9D2E-3DD54E73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330517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6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90E85B4B-E6A6-468D-8B40-91CEB8B0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0025" y="2019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7" name="reevaluate-unresolved-it">
            <a:extLst xmlns:a="http://schemas.openxmlformats.org/drawingml/2006/main">
              <a:ext uri="{FF2B5EF4-FFF2-40B4-BE49-F238E27FC236}">
                <a16:creationId xmlns:a16="http://schemas.microsoft.com/office/drawing/2014/main" id="{7AB536F9-C7BF-4336-857A-6B48BF5C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21431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8" name="reevaluate-unresolved-line">
            <a:extLst xmlns:a="http://schemas.openxmlformats.org/drawingml/2006/main">
              <a:ext uri="{FF2B5EF4-FFF2-40B4-BE49-F238E27FC236}">
                <a16:creationId xmlns:a16="http://schemas.microsoft.com/office/drawing/2014/main" id="{713DF288-24C3-47C1-B8B5-9690FFF2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82525" y="2286000"/>
            <a:ext cx="676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4BA"/>
            </a:solidFill>
            <a:prstDash val="dash"/>
          </a:ln>
        </p:spPr>
      </p:sp>
      <p:sp>
        <p:nvSpPr>
          <p:cNvPr id="89" name="reevaluate-unresolved-arrow">
            <a:extLst xmlns:a="http://schemas.openxmlformats.org/drawingml/2006/main">
              <a:ext uri="{FF2B5EF4-FFF2-40B4-BE49-F238E27FC236}">
                <a16:creationId xmlns:a16="http://schemas.microsoft.com/office/drawing/2014/main" id="{690EC57B-ED9B-40BE-A544-0F07F07D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222885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eevaluate-unresolved-q">
            <a:extLst xmlns:a="http://schemas.openxmlformats.org/drawingml/2006/main">
              <a:ext uri="{FF2B5EF4-FFF2-40B4-BE49-F238E27FC236}">
                <a16:creationId xmlns:a16="http://schemas.microsoft.com/office/drawing/2014/main" id="{D9A60B75-F319-49AB-B09B-235E59DB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5975" y="21431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91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FC8BB9F7-BC71-4471-A8DD-AB84C970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2562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2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92A7336F-E3E2-43E8-9CE3-6361946A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25717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93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F1441B66-1BA9-4790-8877-55C63220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450" y="269557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1455CD08-C5F2-4CC0-B2EF-3BB9B8DD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63525" y="2614041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5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8E18D347-7971-4FD1-AA65-CE16C4B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63525" y="2970657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6" name="reevaluate-hourglass-side-left">
            <a:extLst xmlns:a="http://schemas.openxmlformats.org/drawingml/2006/main">
              <a:ext uri="{FF2B5EF4-FFF2-40B4-BE49-F238E27FC236}">
                <a16:creationId xmlns:a16="http://schemas.microsoft.com/office/drawing/2014/main" id="{F3185E0C-2383-42FC-853A-98668AE6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11531" y="2655189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7" name="reevaluate-hourglass-side-right">
            <a:extLst xmlns:a="http://schemas.openxmlformats.org/drawingml/2006/main">
              <a:ext uri="{FF2B5EF4-FFF2-40B4-BE49-F238E27FC236}">
                <a16:creationId xmlns:a16="http://schemas.microsoft.com/office/drawing/2014/main" id="{F0BE2465-02F7-44A8-95D5-78C963CB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011531" y="2655189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8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E756E6F7-18EC-4F69-AD4C-5B14F7FB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3253" y="2668905"/>
            <a:ext cx="109728" cy="8915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9ED9F5F8-6144-463A-B8C3-C4A6A410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066395" y="2847213"/>
            <a:ext cx="123444" cy="8229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reevaluate-hourglass-sand-neck">
            <a:extLst xmlns:a="http://schemas.openxmlformats.org/drawingml/2006/main">
              <a:ext uri="{FF2B5EF4-FFF2-40B4-BE49-F238E27FC236}">
                <a16:creationId xmlns:a16="http://schemas.microsoft.com/office/drawing/2014/main" id="{E96AFDF9-E793-4DB9-8194-BCEC0579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7543" y="2771775"/>
            <a:ext cx="41148" cy="41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618C3933-3DC4-4DB8-9AE6-E4260B69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2625" y="2695575"/>
            <a:ext cx="4667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B645A450-22AC-425C-ABD1-5E36FAB1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5075" y="2562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103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7349AC29-3C61-4D2B-9E41-5D7990B2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5075" y="25717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4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608939B4-BB57-4039-917C-9EE2764B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00" y="3086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312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105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2BC8BF72-FC19-48FB-825B-CD1068B2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3457575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6" name="bottom-rule">
            <a:extLst xmlns:a="http://schemas.openxmlformats.org/drawingml/2006/main">
              <a:ext uri="{FF2B5EF4-FFF2-40B4-BE49-F238E27FC236}">
                <a16:creationId xmlns:a16="http://schemas.microsoft.com/office/drawing/2014/main" id="{1A7A9876-F991-4786-9A43-C5199BE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7" name="header-instructions">
            <a:extLst xmlns:a="http://schemas.openxmlformats.org/drawingml/2006/main">
              <a:ext uri="{FF2B5EF4-FFF2-40B4-BE49-F238E27FC236}">
                <a16:creationId xmlns:a16="http://schemas.microsoft.com/office/drawing/2014/main" id="{FA41899C-05D6-4B7B-A7C0-593D5A9D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4686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08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9C8AAAC7-8DBA-4E7E-B7B0-B76D89A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09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75765B40-0D59-4CBA-9198-BB8F166E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110" name="header-underline">
            <a:extLst xmlns:a="http://schemas.openxmlformats.org/drawingml/2006/main">
              <a:ext uri="{FF2B5EF4-FFF2-40B4-BE49-F238E27FC236}">
                <a16:creationId xmlns:a16="http://schemas.microsoft.com/office/drawing/2014/main" id="{FE25E53B-2084-4EED-90F5-1AC2C810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124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111" name="bottom-col-target">
            <a:extLst xmlns:a="http://schemas.openxmlformats.org/drawingml/2006/main">
              <a:ext uri="{FF2B5EF4-FFF2-40B4-BE49-F238E27FC236}">
                <a16:creationId xmlns:a16="http://schemas.microsoft.com/office/drawing/2014/main" id="{EE4D7236-34EA-4791-BA41-FEFFC1E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12" name="bottom-col-failure">
            <a:extLst xmlns:a="http://schemas.openxmlformats.org/drawingml/2006/main">
              <a:ext uri="{FF2B5EF4-FFF2-40B4-BE49-F238E27FC236}">
                <a16:creationId xmlns:a16="http://schemas.microsoft.com/office/drawing/2014/main" id="{EED25E0B-BF9C-49EF-ABAA-3EC495C9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13" name="instruction-row-1">
            <a:extLst xmlns:a="http://schemas.openxmlformats.org/drawingml/2006/main">
              <a:ext uri="{FF2B5EF4-FFF2-40B4-BE49-F238E27FC236}">
                <a16:creationId xmlns:a16="http://schemas.microsoft.com/office/drawing/2014/main" id="{91768742-052E-4407-970F-A7C6106C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instruction-row-2">
            <a:extLst xmlns:a="http://schemas.openxmlformats.org/drawingml/2006/main">
              <a:ext uri="{FF2B5EF4-FFF2-40B4-BE49-F238E27FC236}">
                <a16:creationId xmlns:a16="http://schemas.microsoft.com/office/drawing/2014/main" id="{7B489B61-1F6D-4648-991D-CD2BB40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instruction-row-1-accent">
            <a:extLst xmlns:a="http://schemas.openxmlformats.org/drawingml/2006/main">
              <a:ext uri="{FF2B5EF4-FFF2-40B4-BE49-F238E27FC236}">
                <a16:creationId xmlns:a16="http://schemas.microsoft.com/office/drawing/2014/main" id="{3136A8CD-DC69-4752-962C-FB98781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instruction-row-2-accent">
            <a:extLst xmlns:a="http://schemas.openxmlformats.org/drawingml/2006/main">
              <a:ext uri="{FF2B5EF4-FFF2-40B4-BE49-F238E27FC236}">
                <a16:creationId xmlns:a16="http://schemas.microsoft.com/office/drawing/2014/main" id="{E2218FC6-62F4-4EB0-AB48-6877C57F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row-1-index">
            <a:extLst xmlns:a="http://schemas.openxmlformats.org/drawingml/2006/main">
              <a:ext uri="{FF2B5EF4-FFF2-40B4-BE49-F238E27FC236}">
                <a16:creationId xmlns:a16="http://schemas.microsoft.com/office/drawing/2014/main" id="{DBF12A05-CB2A-4226-9149-C9360237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5343525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8" name="row-1-text">
            <a:extLst xmlns:a="http://schemas.openxmlformats.org/drawingml/2006/main">
              <a:ext uri="{FF2B5EF4-FFF2-40B4-BE49-F238E27FC236}">
                <a16:creationId xmlns:a16="http://schemas.microsoft.com/office/drawing/2014/main" id="{F7CA4815-B557-4A10-8832-514B93E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276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9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5E499413-3B3B-4B53-9434-E2192AE7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3911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20" name="row-2-index">
            <a:extLst xmlns:a="http://schemas.openxmlformats.org/drawingml/2006/main">
              <a:ext uri="{FF2B5EF4-FFF2-40B4-BE49-F238E27FC236}">
                <a16:creationId xmlns:a16="http://schemas.microsoft.com/office/drawing/2014/main" id="{9D8036F8-A59F-46F0-8E2D-C865C32A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62865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21" name="row-2-text">
            <a:extLst xmlns:a="http://schemas.openxmlformats.org/drawingml/2006/main">
              <a:ext uri="{FF2B5EF4-FFF2-40B4-BE49-F238E27FC236}">
                <a16:creationId xmlns:a16="http://schemas.microsoft.com/office/drawing/2014/main" id="{58F3D673-6066-4106-BB98-F242F4B8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219825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22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674AF318-DBCA-48A1-B408-92E049C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63341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23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A92208E9-297D-4F82-932D-C7DF3F7E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864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24" name="failure-1-from">
            <a:extLst xmlns:a="http://schemas.openxmlformats.org/drawingml/2006/main">
              <a:ext uri="{FF2B5EF4-FFF2-40B4-BE49-F238E27FC236}">
                <a16:creationId xmlns:a16="http://schemas.microsoft.com/office/drawing/2014/main" id="{674B90BF-7520-441E-B29A-72C7AE4A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5" name="failure-1-from-label">
            <a:extLst xmlns:a="http://schemas.openxmlformats.org/drawingml/2006/main">
              <a:ext uri="{FF2B5EF4-FFF2-40B4-BE49-F238E27FC236}">
                <a16:creationId xmlns:a16="http://schemas.microsoft.com/office/drawing/2014/main" id="{7CD4D4DE-E7FE-4771-8914-CD44FD4B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6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65DAC66A-03B4-4E49-AA14-FA93DAD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5495925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failure-1-to">
            <a:extLst xmlns:a="http://schemas.openxmlformats.org/drawingml/2006/main">
              <a:ext uri="{FF2B5EF4-FFF2-40B4-BE49-F238E27FC236}">
                <a16:creationId xmlns:a16="http://schemas.microsoft.com/office/drawing/2014/main" id="{ECCADA50-7A3E-4073-B1A3-A6E36DD1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8" name="failure-1-to-label">
            <a:extLst xmlns:a="http://schemas.openxmlformats.org/drawingml/2006/main">
              <a:ext uri="{FF2B5EF4-FFF2-40B4-BE49-F238E27FC236}">
                <a16:creationId xmlns:a16="http://schemas.microsoft.com/office/drawing/2014/main" id="{C0493FA2-DC06-40A2-B33B-EB91143D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9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97B29C1E-814A-41E7-B8F0-80C3B3BB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530542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re-resolution</a:t>
            </a:r>
          </a:p>
        </p:txBody>
      </p:sp>
      <p:sp>
        <p:nvSpPr>
          <p:cNvPr id="130" name="failure-2-from">
            <a:extLst xmlns:a="http://schemas.openxmlformats.org/drawingml/2006/main">
              <a:ext uri="{FF2B5EF4-FFF2-40B4-BE49-F238E27FC236}">
                <a16:creationId xmlns:a16="http://schemas.microsoft.com/office/drawing/2014/main" id="{83D51BCE-34CD-485C-8C84-6FBB19C1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1" name="failure-2-from-label">
            <a:extLst xmlns:a="http://schemas.openxmlformats.org/drawingml/2006/main">
              <a:ext uri="{FF2B5EF4-FFF2-40B4-BE49-F238E27FC236}">
                <a16:creationId xmlns:a16="http://schemas.microsoft.com/office/drawing/2014/main" id="{7868FF8A-6B58-42BE-9101-CAC9278B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2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0195E7CC-E8B5-4265-A804-8BD016A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643890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failure-2-to">
            <a:extLst xmlns:a="http://schemas.openxmlformats.org/drawingml/2006/main">
              <a:ext uri="{FF2B5EF4-FFF2-40B4-BE49-F238E27FC236}">
                <a16:creationId xmlns:a16="http://schemas.microsoft.com/office/drawing/2014/main" id="{F39B56D2-F27D-4285-92AB-A301DB04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4" name="failure-2-to-label">
            <a:extLst xmlns:a="http://schemas.openxmlformats.org/drawingml/2006/main">
              <a:ext uri="{FF2B5EF4-FFF2-40B4-BE49-F238E27FC236}">
                <a16:creationId xmlns:a16="http://schemas.microsoft.com/office/drawing/2014/main" id="{D7845221-997F-4B4E-A799-6D6278E6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5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78B0985B-9AF0-407E-B53F-43404250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62484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early lock</a:t>
            </a:r>
          </a:p>
        </p:txBody>
      </p:sp>
      <p:sp>
        <p:nvSpPr>
          <p:cNvPr id="136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99F27012-CD6E-4919-86F2-702EC743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5343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2026-07-28T07:59:15.5560000Z</dcterms:created>
  <dcterms:modified xsi:type="dcterms:W3CDTF">2026-07-28T07:59:15.5560000Z</dcterms:modified>
</coreProperties>
</file>