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9208d1c464b55" /><Relationship Type="http://schemas.openxmlformats.org/officeDocument/2006/relationships/extended-properties" Target="/docProps/app.xml" Id="R402fba14c2ec4fd3" /><Relationship Type="http://schemas.openxmlformats.org/officeDocument/2006/relationships/officeDocument" Target="/ppt/presentation.xml" Id="Rf486f1ba67ee43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0f707f6cd4db9"/>
  </p:sldMasterIdLst>
  <p:notesMasterIdLst>
    <p:notesMasterId xmlns:r="http://schemas.openxmlformats.org/officeDocument/2006/relationships" r:id="Ra0f05e7561b049c9"/>
  </p:notesMasterIdLst>
  <p:sldIdLst>
    <p:sldId xmlns:r="http://schemas.openxmlformats.org/officeDocument/2006/relationships" id="256" r:id="Rf1894045f1754c02"/>
  </p:sldIdLst>
  <p:sldSz cx="12192000" cy="457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96791faa94ca7" /><Relationship Type="http://schemas.openxmlformats.org/officeDocument/2006/relationships/slideMaster" Target="/ppt/slideMasters/slideMaster1.xml" Id="R7830f707f6cd4db9" /><Relationship Type="http://schemas.openxmlformats.org/officeDocument/2006/relationships/notesMaster" Target="/ppt/notesMasters/notesMaster1.xml" Id="Ra0f05e7561b049c9" /><Relationship Type="http://schemas.openxmlformats.org/officeDocument/2006/relationships/presProps" Target="/ppt/presProps.xml" Id="R153ab153c23c4e2e" /><Relationship Type="http://schemas.openxmlformats.org/officeDocument/2006/relationships/tableStyles" Target="/ppt/tableStyles.xml" Id="R504f462685c24b53" /><Relationship Type="http://schemas.openxmlformats.org/officeDocument/2006/relationships/slide" Target="/ppt/slides/slide1.xml" Id="Rf1894045f1754c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e6eefdbc2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9fffe9ebfb46c2" /><Relationship Type="http://schemas.openxmlformats.org/officeDocument/2006/relationships/notesMaster" Target="/ppt/notesMasters/notesMaster1.xml" Id="R0a4dfdc10c40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 Figure 1: palette, title/subtitle hierarchy, large-scene composition, and bottom explanatory band.</a:t>
            </a:r>
          </a:p>
          <a:p xmlns:a="http://schemas.openxmlformats.org/drawingml/2006/main">
            <a:r>
              <a:t>- Anonymous TRI manuscript and AGENTS.md: matched-pair semantics, fixed variables, readout denominators, and withheld fields.</a:t>
            </a:r>
          </a:p>
          <a:p xmlns:a="http://schemas.openxmlformats.org/drawingml/2006/main">
            <a:r>
              <a:t>- Lucide Icons (ISC): Layers3, TimerReset, LockKeyhole, Hourglass, DatabaseBackup, CircleCheck, EyeOff, ScanSearch, BadgeCheck, Route, Clock3, DatabaseZap, SquarePen,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9e75c9f1f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f3de3177644b0" /><Relationship Type="http://schemas.openxmlformats.org/officeDocument/2006/relationships/slideLayout" Target="/ppt/slideLayouts/slideLayout1.xml" Id="R6e84cf3acb8b46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84cf3acb8b46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c5661e8fe4590" /><Relationship Type="http://schemas.openxmlformats.org/officeDocument/2006/relationships/image" Target="/ppt/media/image.png" Id="R4d0601dc70694cf7" /><Relationship Type="http://schemas.openxmlformats.org/officeDocument/2006/relationships/image" Target="/ppt/media/image.svg" Id="R09e7854ee2dd479e" /><Relationship Type="http://schemas.openxmlformats.org/officeDocument/2006/relationships/image" Target="/ppt/media/image2.png" Id="Rfe360810eb0e47a0" /><Relationship Type="http://schemas.openxmlformats.org/officeDocument/2006/relationships/image" Target="/ppt/media/image2.svg" Id="R2a776eb98cdc4c31" /><Relationship Type="http://schemas.openxmlformats.org/officeDocument/2006/relationships/image" Target="/ppt/media/image3.png" Id="Rf4e8855183954e18" /><Relationship Type="http://schemas.openxmlformats.org/officeDocument/2006/relationships/image" Target="/ppt/media/image3.svg" Id="R147509e876b4474e" /><Relationship Type="http://schemas.openxmlformats.org/officeDocument/2006/relationships/image" Target="/ppt/media/image4.png" Id="R70149b1263354fed" /><Relationship Type="http://schemas.openxmlformats.org/officeDocument/2006/relationships/image" Target="/ppt/media/image4.svg" Id="R83767996ac044bb0" /><Relationship Type="http://schemas.openxmlformats.org/officeDocument/2006/relationships/image" Target="/ppt/media/image5.png" Id="R8a15792aa7ed4a9f" /><Relationship Type="http://schemas.openxmlformats.org/officeDocument/2006/relationships/image" Target="/ppt/media/image5.svg" Id="R50dc99ad349b4e65" /><Relationship Type="http://schemas.openxmlformats.org/officeDocument/2006/relationships/image" Target="/ppt/media/image6.png" Id="Rcea6b55f97914777" /><Relationship Type="http://schemas.openxmlformats.org/officeDocument/2006/relationships/image" Target="/ppt/media/image6.svg" Id="Rcefc0ea984474742" /><Relationship Type="http://schemas.openxmlformats.org/officeDocument/2006/relationships/image" Target="/ppt/media/image7.png" Id="R30f85336ca044caf" /><Relationship Type="http://schemas.openxmlformats.org/officeDocument/2006/relationships/image" Target="/ppt/media/image7.svg" Id="Ra77d27d2146c4b8b" /><Relationship Type="http://schemas.openxmlformats.org/officeDocument/2006/relationships/image" Target="/ppt/media/image8.png" Id="R7f8bd3a66f1b48b6" /><Relationship Type="http://schemas.openxmlformats.org/officeDocument/2006/relationships/image" Target="/ppt/media/image8.svg" Id="Rd6bb922b26b3459b" /><Relationship Type="http://schemas.openxmlformats.org/officeDocument/2006/relationships/image" Target="/ppt/media/image9.png" Id="R5ff2407ae5d84140" /><Relationship Type="http://schemas.openxmlformats.org/officeDocument/2006/relationships/image" Target="/ppt/media/image9.svg" Id="R0c9337f6b4f24756" /><Relationship Type="http://schemas.openxmlformats.org/officeDocument/2006/relationships/image" Target="/ppt/media/image10.png" Id="R9f683e8671864de9" /><Relationship Type="http://schemas.openxmlformats.org/officeDocument/2006/relationships/image" Target="/ppt/media/image10.svg" Id="Reeb8def784314a6d" /><Relationship Type="http://schemas.openxmlformats.org/officeDocument/2006/relationships/image" Target="/ppt/media/image11.png" Id="Rcfc3299609ae4a31" /><Relationship Type="http://schemas.openxmlformats.org/officeDocument/2006/relationships/image" Target="/ppt/media/image11.svg" Id="R8ee0bc3273a94909" /><Relationship Type="http://schemas.openxmlformats.org/officeDocument/2006/relationships/image" Target="/ppt/media/image12.png" Id="R2b0a9125abe94d15" /><Relationship Type="http://schemas.openxmlformats.org/officeDocument/2006/relationships/image" Target="/ppt/media/image12.svg" Id="R4e60d0ee4e0841ec" /><Relationship Type="http://schemas.openxmlformats.org/officeDocument/2006/relationships/image" Target="/ppt/media/image13.png" Id="R2908b6bd9474420a" /><Relationship Type="http://schemas.openxmlformats.org/officeDocument/2006/relationships/image" Target="/ppt/media/image13.svg" Id="R337aabc4d7894859" /><Relationship Type="http://schemas.openxmlformats.org/officeDocument/2006/relationships/image" Target="/ppt/media/image14.png" Id="R986aae381b36435f" /><Relationship Type="http://schemas.openxmlformats.org/officeDocument/2006/relationships/image" Target="/ppt/media/image14.svg" Id="Rdb7aa9c72b864e1a" /><Relationship Type="http://schemas.openxmlformats.org/officeDocument/2006/relationships/notesSlide" Target="/ppt/notesSlides/notesSlide1.xml" Id="Rf57ba10f7f7747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v17-title">
            <a:extLst xmlns:a="http://schemas.openxmlformats.org/drawingml/2006/main">
              <a:ext uri="{FF2B5EF4-FFF2-40B4-BE49-F238E27FC236}">
                <a16:creationId xmlns:a16="http://schemas.microsoft.com/office/drawing/2014/main" id="{6E8701A1-3F8B-4AFA-A84C-78DA396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62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D0D0E"/>
                </a:solidFill>
              </a:defRPr>
            </a:pPr>
            <a:r>
              <a:rPr sz="1950" b="1" i="0">
                <a:solidFill>
                  <a:srgbClr val="0D0D0E"/>
                </a:solidFill>
              </a:rPr>
              <a:t>One transition, two valid commitments</a:t>
            </a:r>
          </a:p>
        </p:txBody>
      </p:sp>
      <p:sp>
        <p:nvSpPr>
          <p:cNvPr id="2" name="v17-subtitle">
            <a:extLst xmlns:a="http://schemas.openxmlformats.org/drawingml/2006/main">
              <a:ext uri="{FF2B5EF4-FFF2-40B4-BE49-F238E27FC236}">
                <a16:creationId xmlns:a16="http://schemas.microsoft.com/office/drawing/2014/main" id="{514B8102-9DCA-4C97-8BB9-074C913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191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1">
                <a:solidFill>
                  <a:srgbClr val="318383"/>
                </a:solidFill>
              </a:defRPr>
            </a:pPr>
            <a:r>
              <a:rPr sz="1125" b="1" i="1">
                <a:solidFill>
                  <a:srgbClr val="318383"/>
                </a:solidFill>
              </a:rPr>
              <a:t>TRI turns resolution timing into a matched diagnostic.</a:t>
            </a:r>
          </a:p>
        </p:txBody>
      </p:sp>
      <p:sp>
        <p:nvSpPr>
          <p:cNvPr id="3" name="v17-scene-wash">
            <a:extLst xmlns:a="http://schemas.openxmlformats.org/drawingml/2006/main">
              <a:ext uri="{FF2B5EF4-FFF2-40B4-BE49-F238E27FC236}">
                <a16:creationId xmlns:a16="http://schemas.microsoft.com/office/drawing/2014/main" id="{D1F96E29-0F88-4D12-A396-CA8900D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81050"/>
            <a:ext cx="11887200" cy="2552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601dc70694cf7">
            <a:extLst>
              <a:ext uri="{96DAC541-7B7A-43D3-8B79-37D633B846F1}">
                <asvg:svgBlip xmlns:asvg="http://schemas.microsoft.com/office/drawing/2016/SVG/main" r:embed="R09e7854ee2dd47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3375" y="85725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5" name="v17-fixed">
            <a:extLst xmlns:a="http://schemas.openxmlformats.org/drawingml/2006/main">
              <a:ext uri="{FF2B5EF4-FFF2-40B4-BE49-F238E27FC236}">
                <a16:creationId xmlns:a16="http://schemas.microsoft.com/office/drawing/2014/main" id="{97E945AD-6117-4455-96A9-CE5EB53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286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3C535C"/>
                </a:solidFill>
              </a:defRPr>
            </a:pPr>
            <a:r>
              <a:rPr sz="750" b="1" i="0">
                <a:solidFill>
                  <a:srgbClr val="3C535C"/>
                </a:solidFill>
              </a:rPr>
              <a:t>FIXED  S0, S1, q, action, schema, interface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60810eb0e47a0">
            <a:extLst>
              <a:ext uri="{96DAC541-7B7A-43D3-8B79-37D633B846F1}">
                <asvg:svgBlip xmlns:asvg="http://schemas.microsoft.com/office/drawing/2016/SVG/main" r:embed="R2a776eb98cdc4c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3800" y="85725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7" name="v17-change">
            <a:extLst xmlns:a="http://schemas.openxmlformats.org/drawingml/2006/main">
              <a:ext uri="{FF2B5EF4-FFF2-40B4-BE49-F238E27FC236}">
                <a16:creationId xmlns:a16="http://schemas.microsoft.com/office/drawing/2014/main" id="{5DECDC65-7B3A-4033-9EA1-FE8C15A2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191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8383"/>
                </a:solidFill>
              </a:defRPr>
            </a:pPr>
            <a:r>
              <a:rPr sz="900" b="1" i="0">
                <a:solidFill>
                  <a:srgbClr val="318383"/>
                </a:solidFill>
              </a:rPr>
              <a:t>ONLY COMMITMENT TIMING CHANGES</a:t>
            </a:r>
          </a:p>
        </p:txBody>
      </p:sp>
      <p:sp>
        <p:nvSpPr>
          <p:cNvPr id="8" name="v17-shared">
            <a:extLst xmlns:a="http://schemas.openxmlformats.org/drawingml/2006/main">
              <a:ext uri="{FF2B5EF4-FFF2-40B4-BE49-F238E27FC236}">
                <a16:creationId xmlns:a16="http://schemas.microsoft.com/office/drawing/2014/main" id="{F02908ED-4EFD-41D6-BFD9-8AE3CF97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763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1">
                <a:solidFill>
                  <a:srgbClr val="6C9FA3"/>
                </a:solidFill>
              </a:defRPr>
            </a:pPr>
            <a:r>
              <a:rPr sz="825" b="1" i="1">
                <a:solidFill>
                  <a:srgbClr val="6C9FA3"/>
                </a:solidFill>
              </a:rPr>
              <a:t>one shared refresh, replayed twice</a:t>
            </a:r>
          </a:p>
        </p:txBody>
      </p:sp>
      <p:sp>
        <p:nvSpPr>
          <p:cNvPr id="9" name="v17-preserve-sheet">
            <a:extLst xmlns:a="http://schemas.openxmlformats.org/drawingml/2006/main">
              <a:ext uri="{FF2B5EF4-FFF2-40B4-BE49-F238E27FC236}">
                <a16:creationId xmlns:a16="http://schemas.microsoft.com/office/drawing/2014/main" id="{0687A9F5-A27F-4715-84B4-4D77B2A2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2381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17-preserve-accent">
            <a:extLst xmlns:a="http://schemas.openxmlformats.org/drawingml/2006/main">
              <a:ext uri="{FF2B5EF4-FFF2-40B4-BE49-F238E27FC236}">
                <a16:creationId xmlns:a16="http://schemas.microsoft.com/office/drawing/2014/main" id="{C2488369-1CA8-4E62-8095-A1EF7B4D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0">
            <a:solidFill>
              <a:srgbClr val="B2242F"/>
            </a:solidFill>
            <a:prstDash val="solid"/>
          </a:ln>
        </p:spPr>
      </p:sp>
      <p:sp>
        <p:nvSpPr>
          <p:cNvPr id="11" name="v17-preserve-token">
            <a:extLst xmlns:a="http://schemas.openxmlformats.org/drawingml/2006/main">
              <a:ext uri="{FF2B5EF4-FFF2-40B4-BE49-F238E27FC236}">
                <a16:creationId xmlns:a16="http://schemas.microsoft.com/office/drawing/2014/main" id="{9EBBDFD7-F04C-4E1C-86BF-D2A27701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620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2" name="v17-preserve-icon-ring">
            <a:extLst xmlns:a="http://schemas.openxmlformats.org/drawingml/2006/main">
              <a:ext uri="{FF2B5EF4-FFF2-40B4-BE49-F238E27FC236}">
                <a16:creationId xmlns:a16="http://schemas.microsoft.com/office/drawing/2014/main" id="{0EC5368F-FBD3-4357-9254-72C8D12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9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2242F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8855183954e18">
            <a:extLst>
              <a:ext uri="{96DAC541-7B7A-43D3-8B79-37D633B846F1}">
                <asvg:svgBlip xmlns:asvg="http://schemas.microsoft.com/office/drawing/2016/SVG/main" r:embed="R147509e876b447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140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v17-preserve-title">
            <a:extLst xmlns:a="http://schemas.openxmlformats.org/drawingml/2006/main">
              <a:ext uri="{FF2B5EF4-FFF2-40B4-BE49-F238E27FC236}">
                <a16:creationId xmlns:a16="http://schemas.microsoft.com/office/drawing/2014/main" id="{9B224DCA-BB55-42F1-9605-B83550F5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477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2242F"/>
                </a:solidFill>
              </a:defRPr>
            </a:pPr>
            <a:r>
              <a:rPr sz="1275" b="1" i="0">
                <a:solidFill>
                  <a:srgbClr val="B2242F"/>
                </a:solidFill>
              </a:rPr>
              <a:t>Preserve</a:t>
            </a:r>
          </a:p>
        </p:txBody>
      </p:sp>
      <p:sp>
        <p:nvSpPr>
          <p:cNvPr id="15" name="v17-preserve-body">
            <a:extLst xmlns:a="http://schemas.openxmlformats.org/drawingml/2006/main">
              <a:ext uri="{FF2B5EF4-FFF2-40B4-BE49-F238E27FC236}">
                <a16:creationId xmlns:a16="http://schemas.microsoft.com/office/drawing/2014/main" id="{8D8250BB-53E6-4915-875F-1209355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2242F"/>
                </a:solidFill>
              </a:defRPr>
            </a:pPr>
            <a:r>
              <a:rPr sz="825" b="1" i="0">
                <a:solidFill>
                  <a:srgbClr val="B2242F"/>
                </a:solidFill>
              </a:rPr>
              <a:t>bind A before refresh</a:t>
            </a:r>
          </a:p>
        </p:txBody>
      </p:sp>
      <p:sp>
        <p:nvSpPr>
          <p:cNvPr id="16" name="v17-reevaluate-sheet">
            <a:extLst xmlns:a="http://schemas.openxmlformats.org/drawingml/2006/main">
              <a:ext uri="{FF2B5EF4-FFF2-40B4-BE49-F238E27FC236}">
                <a16:creationId xmlns:a16="http://schemas.microsoft.com/office/drawing/2014/main" id="{CFBC3A4F-A668-4D56-A1E9-D0619A2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381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6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17-reevaluate-accent">
            <a:extLst xmlns:a="http://schemas.openxmlformats.org/drawingml/2006/main">
              <a:ext uri="{FF2B5EF4-FFF2-40B4-BE49-F238E27FC236}">
                <a16:creationId xmlns:a16="http://schemas.microsoft.com/office/drawing/2014/main" id="{D5F54728-E65D-424F-9EF1-FCD132A3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0">
            <a:solidFill>
              <a:srgbClr val="318383"/>
            </a:solidFill>
            <a:prstDash val="solid"/>
          </a:ln>
        </p:spPr>
      </p:sp>
      <p:sp>
        <p:nvSpPr>
          <p:cNvPr id="18" name="v17-reevaluate-token">
            <a:extLst xmlns:a="http://schemas.openxmlformats.org/drawingml/2006/main">
              <a:ext uri="{FF2B5EF4-FFF2-40B4-BE49-F238E27FC236}">
                <a16:creationId xmlns:a16="http://schemas.microsoft.com/office/drawing/2014/main" id="{E775EF37-993E-4363-A0B1-76220F42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v17-reevaluate-icon-ring">
            <a:extLst xmlns:a="http://schemas.openxmlformats.org/drawingml/2006/main">
              <a:ext uri="{FF2B5EF4-FFF2-40B4-BE49-F238E27FC236}">
                <a16:creationId xmlns:a16="http://schemas.microsoft.com/office/drawing/2014/main" id="{24422A78-63FB-4ACB-AEC9-6897E0BC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66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8383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49b1263354fed">
            <a:extLst>
              <a:ext uri="{96DAC541-7B7A-43D3-8B79-37D633B846F1}">
                <asvg:svgBlip xmlns:asvg="http://schemas.microsoft.com/office/drawing/2016/SVG/main" r:embed="R83767996ac044b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2581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v17-reevaluate-title">
            <a:extLst xmlns:a="http://schemas.openxmlformats.org/drawingml/2006/main">
              <a:ext uri="{FF2B5EF4-FFF2-40B4-BE49-F238E27FC236}">
                <a16:creationId xmlns:a16="http://schemas.microsoft.com/office/drawing/2014/main" id="{8553A6AB-EAA7-4C59-99AF-CE655863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18383"/>
                </a:solidFill>
              </a:defRPr>
            </a:pPr>
            <a:r>
              <a:rPr sz="1275" b="1" i="0">
                <a:solidFill>
                  <a:srgbClr val="318383"/>
                </a:solidFill>
              </a:rPr>
              <a:t>Reevaluate</a:t>
            </a:r>
          </a:p>
        </p:txBody>
      </p:sp>
      <p:sp>
        <p:nvSpPr>
          <p:cNvPr id="22" name="v17-reevaluate-body">
            <a:extLst xmlns:a="http://schemas.openxmlformats.org/drawingml/2006/main">
              <a:ext uri="{FF2B5EF4-FFF2-40B4-BE49-F238E27FC236}">
                <a16:creationId xmlns:a16="http://schemas.microsoft.com/office/drawing/2014/main" id="{4549AE6C-C279-4963-B4C1-4B4DE9CA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955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18383"/>
                </a:solidFill>
              </a:defRPr>
            </a:pPr>
            <a:r>
              <a:rPr sz="825" b="1" i="0">
                <a:solidFill>
                  <a:srgbClr val="318383"/>
                </a:solidFill>
              </a:rPr>
              <a:t>resolve q after refresh</a:t>
            </a:r>
          </a:p>
        </p:txBody>
      </p:sp>
      <p:sp>
        <p:nvSpPr>
          <p:cNvPr id="23" name="v17-pair-stem">
            <a:extLst xmlns:a="http://schemas.openxmlformats.org/drawingml/2006/main">
              <a:ext uri="{FF2B5EF4-FFF2-40B4-BE49-F238E27FC236}">
                <a16:creationId xmlns:a16="http://schemas.microsoft.com/office/drawing/2014/main" id="{AE9732A5-AFF5-43E1-AD76-5C1E7510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514475"/>
            <a:ext cx="19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5C"/>
          </a:solidFill>
          <a:ln xmlns:a="http://schemas.openxmlformats.org/drawingml/2006/main" w="0">
            <a:solidFill>
              <a:srgbClr val="3C535C"/>
            </a:solidFill>
            <a:prstDash val="solid"/>
          </a:ln>
        </p:spPr>
      </p:sp>
      <p:sp>
        <p:nvSpPr>
          <p:cNvPr id="24" name="v17-pair-label">
            <a:extLst xmlns:a="http://schemas.openxmlformats.org/drawingml/2006/main">
              <a:ext uri="{FF2B5EF4-FFF2-40B4-BE49-F238E27FC236}">
                <a16:creationId xmlns:a16="http://schemas.microsoft.com/office/drawing/2014/main" id="{50365FD3-4FF0-4236-A22F-572973D8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C535C"/>
                </a:solidFill>
              </a:defRPr>
            </a:pPr>
            <a:r>
              <a:rPr sz="750" b="1" i="0">
                <a:solidFill>
                  <a:srgbClr val="3C535C"/>
                </a:solidFill>
              </a:rPr>
              <a:t>MATCHED PAIR</a:t>
            </a:r>
          </a:p>
        </p:txBody>
      </p:sp>
      <p:sp>
        <p:nvSpPr>
          <p:cNvPr id="25" name="v17-s0-outer">
            <a:extLst xmlns:a="http://schemas.openxmlformats.org/drawingml/2006/main">
              <a:ext uri="{FF2B5EF4-FFF2-40B4-BE49-F238E27FC236}">
                <a16:creationId xmlns:a16="http://schemas.microsoft.com/office/drawing/2014/main" id="{83ED1DD0-1A28-4F40-B5C2-BE607EED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90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C535C"/>
            </a:solidFill>
            <a:prstDash val="solid"/>
          </a:ln>
        </p:spPr>
      </p:sp>
      <p:sp>
        <p:nvSpPr>
          <p:cNvPr id="26" name="v17-s0-candidate-0">
            <a:extLst xmlns:a="http://schemas.openxmlformats.org/drawingml/2006/main">
              <a:ext uri="{FF2B5EF4-FFF2-40B4-BE49-F238E27FC236}">
                <a16:creationId xmlns:a16="http://schemas.microsoft.com/office/drawing/2014/main" id="{7ABF6643-72CC-4184-AA21-D1DC4C00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81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7" name="v17-s0-candidate-1">
            <a:extLst xmlns:a="http://schemas.openxmlformats.org/drawingml/2006/main">
              <a:ext uri="{FF2B5EF4-FFF2-40B4-BE49-F238E27FC236}">
                <a16:creationId xmlns:a16="http://schemas.microsoft.com/office/drawing/2014/main" id="{70E48F9F-A83F-4CB8-B2B8-3E5BD47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8" name="v17-s0-candidate-2">
            <a:extLst xmlns:a="http://schemas.openxmlformats.org/drawingml/2006/main">
              <a:ext uri="{FF2B5EF4-FFF2-40B4-BE49-F238E27FC236}">
                <a16:creationId xmlns:a16="http://schemas.microsoft.com/office/drawing/2014/main" id="{5248EF73-FFDB-47E2-AF2C-F2420A1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62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9" name="v17-s0-candidate-3">
            <a:extLst xmlns:a="http://schemas.openxmlformats.org/drawingml/2006/main">
              <a:ext uri="{FF2B5EF4-FFF2-40B4-BE49-F238E27FC236}">
                <a16:creationId xmlns:a16="http://schemas.microsoft.com/office/drawing/2014/main" id="{3D89315D-692F-4BD9-A9E5-B254703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19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0" name="v17-s0-A">
            <a:extLst xmlns:a="http://schemas.openxmlformats.org/drawingml/2006/main">
              <a:ext uri="{FF2B5EF4-FFF2-40B4-BE49-F238E27FC236}">
                <a16:creationId xmlns:a16="http://schemas.microsoft.com/office/drawing/2014/main" id="{803FCE3F-F02A-427F-B0F9-F5CBEC02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1" name="v17-refresh">
            <a:extLst xmlns:a="http://schemas.openxmlformats.org/drawingml/2006/main">
              <a:ext uri="{FF2B5EF4-FFF2-40B4-BE49-F238E27FC236}">
                <a16:creationId xmlns:a16="http://schemas.microsoft.com/office/drawing/2014/main" id="{81B29276-2915-4115-8253-12488DC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287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FA3"/>
            </a:solidFill>
            <a:prstDash val="solid"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5792aa7ed4a9f">
            <a:extLst>
              <a:ext uri="{96DAC541-7B7A-43D3-8B79-37D633B846F1}">
                <asvg:svgBlip xmlns:asvg="http://schemas.microsoft.com/office/drawing/2016/SVG/main" r:embed="R50dc99ad349b4e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0600" y="1771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v17-s1-outer">
            <a:extLst xmlns:a="http://schemas.openxmlformats.org/drawingml/2006/main">
              <a:ext uri="{FF2B5EF4-FFF2-40B4-BE49-F238E27FC236}">
                <a16:creationId xmlns:a16="http://schemas.microsoft.com/office/drawing/2014/main" id="{068CAB7E-C9CD-4EB9-B84A-D601778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90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C535C"/>
            </a:solidFill>
            <a:prstDash val="solid"/>
          </a:ln>
        </p:spPr>
      </p:sp>
      <p:sp>
        <p:nvSpPr>
          <p:cNvPr id="34" name="v17-s1-candidate-0">
            <a:extLst xmlns:a="http://schemas.openxmlformats.org/drawingml/2006/main">
              <a:ext uri="{FF2B5EF4-FFF2-40B4-BE49-F238E27FC236}">
                <a16:creationId xmlns:a16="http://schemas.microsoft.com/office/drawing/2014/main" id="{8ACE83DC-FCFD-4FDB-B370-0904A12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5" name="v17-s1-candidate-1">
            <a:extLst xmlns:a="http://schemas.openxmlformats.org/drawingml/2006/main">
              <a:ext uri="{FF2B5EF4-FFF2-40B4-BE49-F238E27FC236}">
                <a16:creationId xmlns:a16="http://schemas.microsoft.com/office/drawing/2014/main" id="{1DADBECB-C039-498D-A86C-FD697A23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6" name="v17-s1-candidate-2">
            <a:extLst xmlns:a="http://schemas.openxmlformats.org/drawingml/2006/main">
              <a:ext uri="{FF2B5EF4-FFF2-40B4-BE49-F238E27FC236}">
                <a16:creationId xmlns:a16="http://schemas.microsoft.com/office/drawing/2014/main" id="{E7C29B7D-5683-4158-A445-407F8CE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52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7" name="v17-s1-A">
            <a:extLst xmlns:a="http://schemas.openxmlformats.org/drawingml/2006/main">
              <a:ext uri="{FF2B5EF4-FFF2-40B4-BE49-F238E27FC236}">
                <a16:creationId xmlns:a16="http://schemas.microsoft.com/office/drawing/2014/main" id="{49394773-5125-4D1C-ABE1-D49BAED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8" name="v17-s1-B">
            <a:extLst xmlns:a="http://schemas.openxmlformats.org/drawingml/2006/main">
              <a:ext uri="{FF2B5EF4-FFF2-40B4-BE49-F238E27FC236}">
                <a16:creationId xmlns:a16="http://schemas.microsoft.com/office/drawing/2014/main" id="{D1BAAB68-E414-410D-8B43-F399018D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2877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56" name=""/>
          <p:cNvCxnSpPr>
            <a:stCxn xmlns:a="http://schemas.openxmlformats.org/drawingml/2006/main" id="25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4095750" y="1885950"/>
            <a:ext cx="561975" cy="1905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7" name=""/>
          <p:cNvCxnSpPr>
            <a:stCxn xmlns:a="http://schemas.openxmlformats.org/drawingml/2006/main" id="31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V="1">
            <a:off x="5210175" y="1885950"/>
            <a:ext cx="552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1" name="v17-s0-label">
            <a:extLst xmlns:a="http://schemas.openxmlformats.org/drawingml/2006/main">
              <a:ext uri="{FF2B5EF4-FFF2-40B4-BE49-F238E27FC236}">
                <a16:creationId xmlns:a16="http://schemas.microsoft.com/office/drawing/2014/main" id="{F85AC905-A893-4CAF-99AC-950E4DB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58585A"/>
                </a:solidFill>
              </a:defRPr>
            </a:pPr>
            <a:r>
              <a:rPr sz="975" b="1" i="1">
                <a:solidFill>
                  <a:srgbClr val="58585A"/>
                </a:solidFill>
              </a:rPr>
              <a:t>S0</a:t>
            </a:r>
          </a:p>
        </p:txBody>
      </p:sp>
      <p:sp>
        <p:nvSpPr>
          <p:cNvPr id="42" name="v17-s0-win">
            <a:extLst xmlns:a="http://schemas.openxmlformats.org/drawingml/2006/main">
              <a:ext uri="{FF2B5EF4-FFF2-40B4-BE49-F238E27FC236}">
                <a16:creationId xmlns:a16="http://schemas.microsoft.com/office/drawing/2014/main" id="{C0868C32-F0A7-4ED8-8906-D1F21232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241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58585A"/>
                </a:solidFill>
              </a:defRPr>
            </a:pPr>
            <a:r>
              <a:rPr sz="825" b="0" i="1">
                <a:solidFill>
                  <a:srgbClr val="58585A"/>
                </a:solidFill>
              </a:rPr>
              <a:t>q(S0)=A</a:t>
            </a:r>
          </a:p>
        </p:txBody>
      </p:sp>
      <p:sp>
        <p:nvSpPr>
          <p:cNvPr id="43" name="v17-refresh-label">
            <a:extLst xmlns:a="http://schemas.openxmlformats.org/drawingml/2006/main">
              <a:ext uri="{FF2B5EF4-FFF2-40B4-BE49-F238E27FC236}">
                <a16:creationId xmlns:a16="http://schemas.microsoft.com/office/drawing/2014/main" id="{6622D770-C146-47B5-B433-F5070EC4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0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C9FA3"/>
                </a:solidFill>
              </a:defRPr>
            </a:pPr>
            <a:r>
              <a:rPr sz="825" b="1" i="0">
                <a:solidFill>
                  <a:srgbClr val="6C9FA3"/>
                </a:solidFill>
              </a:rPr>
              <a:t>refresh</a:t>
            </a:r>
          </a:p>
        </p:txBody>
      </p:sp>
      <p:sp>
        <p:nvSpPr>
          <p:cNvPr id="44" name="v17-s1-label">
            <a:extLst xmlns:a="http://schemas.openxmlformats.org/drawingml/2006/main">
              <a:ext uri="{FF2B5EF4-FFF2-40B4-BE49-F238E27FC236}">
                <a16:creationId xmlns:a16="http://schemas.microsoft.com/office/drawing/2014/main" id="{5478F2FA-F9BF-461C-91F1-EBCC39E2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43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58585A"/>
                </a:solidFill>
              </a:defRPr>
            </a:pPr>
            <a:r>
              <a:rPr sz="975" b="1" i="1">
                <a:solidFill>
                  <a:srgbClr val="58585A"/>
                </a:solidFill>
              </a:rPr>
              <a:t>S1</a:t>
            </a:r>
          </a:p>
        </p:txBody>
      </p:sp>
      <p:sp>
        <p:nvSpPr>
          <p:cNvPr id="45" name="v17-s1-win">
            <a:extLst xmlns:a="http://schemas.openxmlformats.org/drawingml/2006/main">
              <a:ext uri="{FF2B5EF4-FFF2-40B4-BE49-F238E27FC236}">
                <a16:creationId xmlns:a16="http://schemas.microsoft.com/office/drawing/2014/main" id="{17CE3D0D-B137-4412-B082-2AB649DE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241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58585A"/>
                </a:solidFill>
              </a:defRPr>
            </a:pPr>
            <a:r>
              <a:rPr sz="825" b="0" i="1">
                <a:solidFill>
                  <a:srgbClr val="58585A"/>
                </a:solidFill>
              </a:rPr>
              <a:t>q(S1)=B</a:t>
            </a:r>
          </a:p>
        </p:txBody>
      </p:sp>
      <p:sp>
        <p:nvSpPr>
          <p:cNvPr id="46" name="v17-bound">
            <a:extLst xmlns:a="http://schemas.openxmlformats.org/drawingml/2006/main">
              <a:ext uri="{FF2B5EF4-FFF2-40B4-BE49-F238E27FC236}">
                <a16:creationId xmlns:a16="http://schemas.microsoft.com/office/drawing/2014/main" id="{07EE5965-3E4A-4211-831F-9BA4359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66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2242F"/>
                </a:solidFill>
              </a:defRPr>
            </a:pPr>
            <a:r>
              <a:rPr sz="825" b="1" i="0">
                <a:solidFill>
                  <a:srgbClr val="B2242F"/>
                </a:solidFill>
              </a:rPr>
              <a:t>BOUND A</a:t>
            </a:r>
          </a:p>
        </p:txBody>
      </p:sp>
      <p:sp>
        <p:nvSpPr>
          <p:cNvPr id="47" name="v17-defer">
            <a:extLst xmlns:a="http://schemas.openxmlformats.org/drawingml/2006/main">
              <a:ext uri="{FF2B5EF4-FFF2-40B4-BE49-F238E27FC236}">
                <a16:creationId xmlns:a16="http://schemas.microsoft.com/office/drawing/2014/main" id="{526E0F2D-A5FF-4370-927D-B3FD0DA3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18383"/>
                </a:solidFill>
              </a:defRPr>
            </a:pPr>
            <a:r>
              <a:rPr sz="825" b="1" i="0">
                <a:solidFill>
                  <a:srgbClr val="318383"/>
                </a:solidFill>
              </a:rPr>
              <a:t>DEFER q</a:t>
            </a:r>
          </a:p>
        </p:txBody>
      </p:sp>
      <p:sp>
        <p:nvSpPr>
          <p:cNvPr id="48" name="v17-target-a-outer">
            <a:extLst xmlns:a="http://schemas.openxmlformats.org/drawingml/2006/main">
              <a:ext uri="{FF2B5EF4-FFF2-40B4-BE49-F238E27FC236}">
                <a16:creationId xmlns:a16="http://schemas.microsoft.com/office/drawing/2014/main" id="{67C6552A-E9CB-4899-A67B-CD45F64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76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2242F"/>
                </a:solidFill>
              </a:defRPr>
            </a:pPr>
            <a:r>
              <a:rPr sz="1200" b="1" i="0">
                <a:solidFill>
                  <a:srgbClr val="B2242F"/>
                </a:solidFill>
              </a:rPr>
              <a:t>A</a:t>
            </a:r>
          </a:p>
        </p:txBody>
      </p:sp>
      <p:sp>
        <p:nvSpPr>
          <p:cNvPr id="49" name="v17-target-a-h">
            <a:extLst xmlns:a="http://schemas.openxmlformats.org/drawingml/2006/main">
              <a:ext uri="{FF2B5EF4-FFF2-40B4-BE49-F238E27FC236}">
                <a16:creationId xmlns:a16="http://schemas.microsoft.com/office/drawing/2014/main" id="{3AFCA57E-8374-43D8-88C8-32538DC9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2477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0">
            <a:solidFill>
              <a:srgbClr val="B2242F"/>
            </a:solidFill>
            <a:prstDash val="solid"/>
          </a:ln>
        </p:spPr>
      </p:sp>
      <p:sp>
        <p:nvSpPr>
          <p:cNvPr id="50" name="v17-target-a-v">
            <a:extLst xmlns:a="http://schemas.openxmlformats.org/drawingml/2006/main">
              <a:ext uri="{FF2B5EF4-FFF2-40B4-BE49-F238E27FC236}">
                <a16:creationId xmlns:a16="http://schemas.microsoft.com/office/drawing/2014/main" id="{B9B1CA08-5910-4ED7-BD6E-7C728CB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03822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0">
            <a:solidFill>
              <a:srgbClr val="B2242F"/>
            </a:solidFill>
            <a:prstDash val="solid"/>
          </a:ln>
        </p:spPr>
      </p:sp>
      <p:sp>
        <p:nvSpPr>
          <p:cNvPr id="51" name="v17-target-b-outer">
            <a:extLst xmlns:a="http://schemas.openxmlformats.org/drawingml/2006/main">
              <a:ext uri="{FF2B5EF4-FFF2-40B4-BE49-F238E27FC236}">
                <a16:creationId xmlns:a16="http://schemas.microsoft.com/office/drawing/2014/main" id="{A4F0123B-613A-46DF-A970-82FDF99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8383"/>
                </a:solidFill>
              </a:defRPr>
            </a:pPr>
            <a:r>
              <a:rPr sz="1200" b="1" i="0">
                <a:solidFill>
                  <a:srgbClr val="318383"/>
                </a:solidFill>
              </a:rPr>
              <a:t>B</a:t>
            </a:r>
          </a:p>
        </p:txBody>
      </p:sp>
      <p:sp>
        <p:nvSpPr>
          <p:cNvPr id="52" name="v17-target-b-h">
            <a:extLst xmlns:a="http://schemas.openxmlformats.org/drawingml/2006/main">
              <a:ext uri="{FF2B5EF4-FFF2-40B4-BE49-F238E27FC236}">
                <a16:creationId xmlns:a16="http://schemas.microsoft.com/office/drawing/2014/main" id="{89DBBCC0-774A-451F-A565-D82A33CF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0">
            <a:solidFill>
              <a:srgbClr val="318383"/>
            </a:solidFill>
            <a:prstDash val="solid"/>
          </a:ln>
        </p:spPr>
      </p:sp>
      <p:sp>
        <p:nvSpPr>
          <p:cNvPr id="53" name="v17-target-b-v">
            <a:extLst xmlns:a="http://schemas.openxmlformats.org/drawingml/2006/main">
              <a:ext uri="{FF2B5EF4-FFF2-40B4-BE49-F238E27FC236}">
                <a16:creationId xmlns:a16="http://schemas.microsoft.com/office/drawing/2014/main" id="{3056E072-0F1C-4B1B-8CEF-EF5BDEC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7172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0">
            <a:solidFill>
              <a:srgbClr val="318383"/>
            </a:solidFill>
            <a:prstDash val="solid"/>
          </a:ln>
        </p:spPr>
      </p:sp>
      <p:cxnSp>
        <p:nvCxnSpPr>
          <p:cNvPr id="171" name=""/>
          <p:cNvCxnSpPr>
            <a:stCxn xmlns:a="http://schemas.openxmlformats.org/drawingml/2006/main" id="4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rot="16200000" flipH="1">
            <a:off x="3388519" y="1516856"/>
            <a:ext cx="723900" cy="24288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2" name=""/>
          <p:cNvCxnSpPr>
            <a:stCxn xmlns:a="http://schemas.openxmlformats.org/drawingml/2006/main" id="30" idx="0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3871913" y="2000250"/>
            <a:ext cx="2657475" cy="0"/>
          </a:xfrm>
          <a:prstGeom xmlns:a="http://schemas.openxmlformats.org/drawingml/2006/main" prst="curvedConnector2">
            <a:avLst/>
          </a:prstGeom>
          <a:ln xmlns:a="http://schemas.openxmlformats.org/drawingml/2006/main" w="2857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3" name=""/>
          <p:cNvCxnSpPr>
            <a:stCxn xmlns:a="http://schemas.openxmlformats.org/drawingml/2006/main" id="37" idx="0"/>
            <a:endCxn xmlns:a="http://schemas.openxmlformats.org/drawingml/2006/main" id="48" idx="2"/>
          </p:cNvCxnSpPr>
          <p:nvPr/>
        </p:nvCxnSpPr>
        <p:spPr>
          <a:xfrm xmlns:a="http://schemas.openxmlformats.org/drawingml/2006/main" rot="5400000">
            <a:off x="6507956" y="1278731"/>
            <a:ext cx="742950" cy="70008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4" name=""/>
          <p:cNvCxnSpPr>
            <a:stCxn xmlns:a="http://schemas.openxmlformats.org/drawingml/2006/main" id="47" idx="0"/>
            <a:endCxn xmlns:a="http://schemas.openxmlformats.org/drawingml/2006/main" id="31" idx="4"/>
          </p:cNvCxnSpPr>
          <p:nvPr/>
        </p:nvCxnSpPr>
        <p:spPr>
          <a:xfrm xmlns:a="http://schemas.openxmlformats.org/drawingml/2006/main" rot="5400000">
            <a:off x="4495800" y="2333625"/>
            <a:ext cx="590550" cy="285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75" name=""/>
          <p:cNvCxnSpPr>
            <a:stCxn xmlns:a="http://schemas.openxmlformats.org/drawingml/2006/main" id="31" idx="4"/>
            <a:endCxn xmlns:a="http://schemas.openxmlformats.org/drawingml/2006/main" id="38" idx="4"/>
          </p:cNvCxnSpPr>
          <p:nvPr/>
        </p:nvCxnSpPr>
        <p:spPr>
          <a:xfrm xmlns:a="http://schemas.openxmlformats.org/drawingml/2006/main" rot="5400000">
            <a:off x="5593556" y="1245394"/>
            <a:ext cx="276225" cy="159543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76" name=""/>
          <p:cNvCxnSpPr>
            <a:stCxn xmlns:a="http://schemas.openxmlformats.org/drawingml/2006/main" id="38" idx="4"/>
            <a:endCxn xmlns:a="http://schemas.openxmlformats.org/drawingml/2006/main" id="51" idx="2"/>
          </p:cNvCxnSpPr>
          <p:nvPr/>
        </p:nvCxnSpPr>
        <p:spPr>
          <a:xfrm xmlns:a="http://schemas.openxmlformats.org/drawingml/2006/main" rot="16200000" flipH="1">
            <a:off x="6536531" y="1897856"/>
            <a:ext cx="685800" cy="70008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0" name="v17-target-a-label">
            <a:extLst xmlns:a="http://schemas.openxmlformats.org/drawingml/2006/main">
              <a:ext uri="{FF2B5EF4-FFF2-40B4-BE49-F238E27FC236}">
                <a16:creationId xmlns:a16="http://schemas.microsoft.com/office/drawing/2014/main" id="{13554D51-3FE5-4893-8209-7F0A77E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334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2242F"/>
                </a:solidFill>
              </a:defRPr>
            </a:pPr>
            <a:r>
              <a:rPr sz="750" b="1" i="0">
                <a:solidFill>
                  <a:srgbClr val="B2242F"/>
                </a:solidFill>
              </a:rPr>
              <a:t>gold target A</a:t>
            </a:r>
          </a:p>
        </p:txBody>
      </p:sp>
      <p:sp>
        <p:nvSpPr>
          <p:cNvPr id="61" name="v17-target-b-label">
            <a:extLst xmlns:a="http://schemas.openxmlformats.org/drawingml/2006/main">
              <a:ext uri="{FF2B5EF4-FFF2-40B4-BE49-F238E27FC236}">
                <a16:creationId xmlns:a16="http://schemas.microsoft.com/office/drawing/2014/main" id="{DF314FB9-4426-47A3-A5ED-F1813EEA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98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18383"/>
                </a:solidFill>
              </a:defRPr>
            </a:pPr>
            <a:r>
              <a:rPr sz="750" b="1" i="0">
                <a:solidFill>
                  <a:srgbClr val="318383"/>
                </a:solidFill>
              </a:rPr>
              <a:t>gold target B</a:t>
            </a:r>
          </a:p>
        </p:txBody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6b55f97914777">
            <a:extLst>
              <a:ext uri="{96DAC541-7B7A-43D3-8B79-37D633B846F1}">
                <asvg:svgBlip xmlns:asvg="http://schemas.microsoft.com/office/drawing/2016/SVG/main" r:embed="Rcefc0ea9844747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0250" y="27813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3" name="v17-valid">
            <a:extLst xmlns:a="http://schemas.openxmlformats.org/drawingml/2006/main">
              <a:ext uri="{FF2B5EF4-FFF2-40B4-BE49-F238E27FC236}">
                <a16:creationId xmlns:a16="http://schemas.microsoft.com/office/drawing/2014/main" id="{8F82F474-AA55-4EAD-B0AE-9493A38A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432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1">
                <a:solidFill>
                  <a:srgbClr val="B2242F"/>
                </a:solidFill>
              </a:defRPr>
            </a:pPr>
            <a:r>
              <a:rPr sz="750" b="1" i="1">
                <a:solidFill>
                  <a:srgbClr val="B2242F"/>
                </a:solidFill>
              </a:rPr>
              <a:t>A survives + remains action-valid</a:t>
            </a:r>
          </a:p>
        </p:txBody>
      </p:sp>
      <p:sp>
        <p:nvSpPr>
          <p:cNvPr id="64" name="v17-route-legend">
            <a:extLst xmlns:a="http://schemas.openxmlformats.org/drawingml/2006/main">
              <a:ext uri="{FF2B5EF4-FFF2-40B4-BE49-F238E27FC236}">
                <a16:creationId xmlns:a16="http://schemas.microsoft.com/office/drawing/2014/main" id="{4A5D9859-8907-47A1-BA1D-C81E2AD4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289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7D8D91"/>
                </a:solidFill>
              </a:defRPr>
            </a:pPr>
            <a:r>
              <a:rPr sz="675" b="0" i="0">
                <a:solidFill>
                  <a:srgbClr val="7D8D91"/>
                </a:solidFill>
              </a:rPr>
              <a:t>solid Preserve  |  dashed Reevaluate</a:t>
            </a:r>
          </a:p>
        </p:txBody>
      </p:sp>
      <p:sp>
        <p:nvSpPr>
          <p:cNvPr id="65" name="v17-gold-screen">
            <a:extLst xmlns:a="http://schemas.openxmlformats.org/drawingml/2006/main">
              <a:ext uri="{FF2B5EF4-FFF2-40B4-BE49-F238E27FC236}">
                <a16:creationId xmlns:a16="http://schemas.microsoft.com/office/drawing/2014/main" id="{09DBC0A2-BF4A-4EDB-92EB-571C43DA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33475"/>
            <a:ext cx="1524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dash"/>
          </a:ln>
        </p:spPr>
      </p:sp>
      <p:sp>
        <p:nvSpPr>
          <p:cNvPr id="66" name="v17-eye-bg">
            <a:extLst xmlns:a="http://schemas.openxmlformats.org/drawingml/2006/main">
              <a:ext uri="{FF2B5EF4-FFF2-40B4-BE49-F238E27FC236}">
                <a16:creationId xmlns:a16="http://schemas.microsoft.com/office/drawing/2014/main" id="{764642F5-6E25-4A2D-8671-646090C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EBABD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85336ca044caf">
            <a:extLst>
              <a:ext uri="{96DAC541-7B7A-43D3-8B79-37D633B846F1}">
                <asvg:svgBlip xmlns:asvg="http://schemas.microsoft.com/office/drawing/2016/SVG/main" r:embed="Ra77d27d2146c4b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7430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68" name="v17-withheld">
            <a:extLst xmlns:a="http://schemas.openxmlformats.org/drawingml/2006/main">
              <a:ext uri="{FF2B5EF4-FFF2-40B4-BE49-F238E27FC236}">
                <a16:creationId xmlns:a16="http://schemas.microsoft.com/office/drawing/2014/main" id="{B8829886-87E9-40C1-8B99-612DF61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28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1">
                <a:solidFill>
                  <a:srgbClr val="7D8D91"/>
                </a:solidFill>
              </a:defRPr>
            </a:pPr>
            <a:r>
              <a:rPr sz="600" b="0" i="1">
                <a:solidFill>
                  <a:srgbClr val="7D8D91"/>
                </a:solidFill>
              </a:rPr>
              <a:t>Withheld: gold mode/target, normalized selector fields, generator winner IDs</a:t>
            </a:r>
          </a:p>
        </p:txBody>
      </p:sp>
      <p:sp>
        <p:nvSpPr>
          <p:cNvPr id="69" name="v17-probe-heading">
            <a:extLst xmlns:a="http://schemas.openxmlformats.org/drawingml/2006/main">
              <a:ext uri="{FF2B5EF4-FFF2-40B4-BE49-F238E27FC236}">
                <a16:creationId xmlns:a16="http://schemas.microsoft.com/office/drawing/2014/main" id="{F5E35771-62C4-42BA-BF5C-C99403A7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028700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C535C"/>
                </a:solidFill>
              </a:defRPr>
            </a:pPr>
            <a:r>
              <a:rPr sz="825" b="1" i="0">
                <a:solidFill>
                  <a:srgbClr val="3C535C"/>
                </a:solidFill>
              </a:rPr>
              <a:t>same controller + interface</a:t>
            </a:r>
          </a:p>
        </p:txBody>
      </p:sp>
      <p:sp>
        <p:nvSpPr>
          <p:cNvPr id="70" name="v17-probe-p">
            <a:extLst xmlns:a="http://schemas.openxmlformats.org/drawingml/2006/main">
              <a:ext uri="{FF2B5EF4-FFF2-40B4-BE49-F238E27FC236}">
                <a16:creationId xmlns:a16="http://schemas.microsoft.com/office/drawing/2014/main" id="{8A609863-70D7-44A1-B37B-57F3E846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811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1" name="v17-probe-r">
            <a:extLst xmlns:a="http://schemas.openxmlformats.org/drawingml/2006/main">
              <a:ext uri="{FF2B5EF4-FFF2-40B4-BE49-F238E27FC236}">
                <a16:creationId xmlns:a16="http://schemas.microsoft.com/office/drawing/2014/main" id="{F7C5C049-F043-443C-AF2E-25CB67A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2" name="v17-probe">
            <a:extLst xmlns:a="http://schemas.openxmlformats.org/drawingml/2006/main">
              <a:ext uri="{FF2B5EF4-FFF2-40B4-BE49-F238E27FC236}">
                <a16:creationId xmlns:a16="http://schemas.microsoft.com/office/drawing/2014/main" id="{A4E024A0-B688-44A2-AE16-97B01C1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049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535C"/>
            </a:solidFill>
            <a:prstDash val="solid"/>
          </a:ln>
        </p:spPr>
      </p:sp>
      <p:sp>
        <p:nvSpPr>
          <p:cNvPr id="73" name="v17-probe-inner">
            <a:extLst xmlns:a="http://schemas.openxmlformats.org/drawingml/2006/main">
              <a:ext uri="{FF2B5EF4-FFF2-40B4-BE49-F238E27FC236}">
                <a16:creationId xmlns:a16="http://schemas.microsoft.com/office/drawing/2014/main" id="{EB1C9B6A-01C3-47A9-B7E8-53A55F2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19225"/>
            <a:ext cx="895350" cy="895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ADB4"/>
            </a:solidFill>
            <a:prstDash val="solid"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bd3a66f1b48b6">
            <a:extLst>
              <a:ext uri="{96DAC541-7B7A-43D3-8B79-37D633B846F1}">
                <asvg:svgBlip xmlns:asvg="http://schemas.microsoft.com/office/drawing/2016/SVG/main" r:embed="Rd6bb922b26b345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77350" y="1504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5" name="v17-probe-title">
            <a:extLst xmlns:a="http://schemas.openxmlformats.org/drawingml/2006/main">
              <a:ext uri="{FF2B5EF4-FFF2-40B4-BE49-F238E27FC236}">
                <a16:creationId xmlns:a16="http://schemas.microsoft.com/office/drawing/2014/main" id="{7A6C3DED-2685-4C38-B29C-F0141E1D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288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D0D0E"/>
                </a:solidFill>
              </a:defRPr>
            </a:pPr>
            <a:r>
              <a:rPr sz="1050" b="1" i="0">
                <a:solidFill>
                  <a:srgbClr val="0D0D0E"/>
                </a:solidFill>
              </a:rPr>
              <a:t>Probe</a:t>
            </a:r>
          </a:p>
        </p:txBody>
      </p:sp>
      <p:sp>
        <p:nvSpPr>
          <p:cNvPr id="76" name="v17-probe-kind">
            <a:extLst xmlns:a="http://schemas.openxmlformats.org/drawingml/2006/main">
              <a:ext uri="{FF2B5EF4-FFF2-40B4-BE49-F238E27FC236}">
                <a16:creationId xmlns:a16="http://schemas.microsoft.com/office/drawing/2014/main" id="{2E461B50-8442-41DC-86C8-D0BE9317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478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7D8D91"/>
                </a:solidFill>
              </a:defRPr>
            </a:pPr>
            <a:r>
              <a:rPr sz="600" b="1" i="0">
                <a:solidFill>
                  <a:srgbClr val="7D8D91"/>
                </a:solidFill>
              </a:rPr>
              <a:t>controller black box</a:t>
            </a:r>
          </a:p>
        </p:txBody>
      </p:sp>
      <p:sp>
        <p:nvSpPr>
          <p:cNvPr id="77" name="v17-tp">
            <a:extLst xmlns:a="http://schemas.openxmlformats.org/drawingml/2006/main">
              <a:ext uri="{FF2B5EF4-FFF2-40B4-BE49-F238E27FC236}">
                <a16:creationId xmlns:a16="http://schemas.microsoft.com/office/drawing/2014/main" id="{691BFF8F-70DC-4353-B30C-C7A7B27C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409700"/>
            <a:ext cx="552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14288">
            <a:solidFill>
              <a:srgbClr val="B2242F"/>
            </a:solidFill>
            <a:prstDash val="solid"/>
          </a:ln>
        </p:spPr>
      </p:sp>
      <p:sp>
        <p:nvSpPr>
          <p:cNvPr id="78" name="v17-tp-text">
            <a:extLst xmlns:a="http://schemas.openxmlformats.org/drawingml/2006/main">
              <a:ext uri="{FF2B5EF4-FFF2-40B4-BE49-F238E27FC236}">
                <a16:creationId xmlns:a16="http://schemas.microsoft.com/office/drawing/2014/main" id="{33F6BDE9-7EBB-489E-87DE-190B87C4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4382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1">
                <a:solidFill>
                  <a:srgbClr val="B2242F"/>
                </a:solidFill>
              </a:defRPr>
            </a:pPr>
            <a:r>
              <a:rPr sz="750" b="1" i="1">
                <a:solidFill>
                  <a:srgbClr val="B2242F"/>
                </a:solidFill>
              </a:rPr>
              <a:t>T_P</a:t>
            </a:r>
          </a:p>
        </p:txBody>
      </p:sp>
      <p:sp>
        <p:nvSpPr>
          <p:cNvPr id="79" name="v17-tr">
            <a:extLst xmlns:a="http://schemas.openxmlformats.org/drawingml/2006/main">
              <a:ext uri="{FF2B5EF4-FFF2-40B4-BE49-F238E27FC236}">
                <a16:creationId xmlns:a16="http://schemas.microsoft.com/office/drawing/2014/main" id="{13FF96CE-B2A7-4608-82BA-E0FD35B4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247900"/>
            <a:ext cx="552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EEF0"/>
          </a:solidFill>
          <a:ln xmlns:a="http://schemas.openxmlformats.org/drawingml/2006/main" w="14288">
            <a:solidFill>
              <a:srgbClr val="318383"/>
            </a:solidFill>
            <a:prstDash val="dash"/>
          </a:ln>
        </p:spPr>
      </p:sp>
      <p:sp>
        <p:nvSpPr>
          <p:cNvPr id="80" name="v17-tr-text">
            <a:extLst xmlns:a="http://schemas.openxmlformats.org/drawingml/2006/main">
              <a:ext uri="{FF2B5EF4-FFF2-40B4-BE49-F238E27FC236}">
                <a16:creationId xmlns:a16="http://schemas.microsoft.com/office/drawing/2014/main" id="{8A3F3000-9F1F-44C7-AF41-9F8E5DC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764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1">
                <a:solidFill>
                  <a:srgbClr val="318383"/>
                </a:solidFill>
              </a:defRPr>
            </a:pPr>
            <a:r>
              <a:rPr sz="750" b="1" i="1">
                <a:solidFill>
                  <a:srgbClr val="318383"/>
                </a:solidFill>
              </a:rPr>
              <a:t>T_R</a:t>
            </a:r>
          </a:p>
        </p:txBody>
      </p:sp>
      <p:cxnSp>
        <p:nvCxnSpPr>
          <p:cNvPr id="198" name=""/>
          <p:cNvCxnSpPr>
            <a:stCxn xmlns:a="http://schemas.openxmlformats.org/drawingml/2006/main" id="70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rot="16200000" flipH="1">
            <a:off x="8672513" y="1662113"/>
            <a:ext cx="333375" cy="7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9" name=""/>
          <p:cNvCxnSpPr>
            <a:stCxn xmlns:a="http://schemas.openxmlformats.org/drawingml/2006/main" id="71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rot="5400000">
            <a:off x="8577263" y="2090738"/>
            <a:ext cx="523875" cy="7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00" name=""/>
          <p:cNvCxnSpPr>
            <a:stCxn xmlns:a="http://schemas.openxmlformats.org/drawingml/2006/main" id="72" idx="6"/>
            <a:endCxn xmlns:a="http://schemas.openxmlformats.org/drawingml/2006/main" id="77" idx="1"/>
          </p:cNvCxnSpPr>
          <p:nvPr/>
        </p:nvCxnSpPr>
        <p:spPr>
          <a:xfrm xmlns:a="http://schemas.openxmlformats.org/drawingml/2006/main" rot="5400000">
            <a:off x="9910763" y="1652588"/>
            <a:ext cx="304800" cy="1238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1" name=""/>
          <p:cNvCxnSpPr>
            <a:stCxn xmlns:a="http://schemas.openxmlformats.org/drawingml/2006/main" id="72" idx="6"/>
            <a:endCxn xmlns:a="http://schemas.openxmlformats.org/drawingml/2006/main" id="79" idx="1"/>
          </p:cNvCxnSpPr>
          <p:nvPr/>
        </p:nvCxnSpPr>
        <p:spPr>
          <a:xfrm xmlns:a="http://schemas.openxmlformats.org/drawingml/2006/main" rot="16200000" flipH="1">
            <a:off x="9796463" y="2071688"/>
            <a:ext cx="533400" cy="1238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5" name="v17-probe-io">
            <a:extLst xmlns:a="http://schemas.openxmlformats.org/drawingml/2006/main">
              <a:ext uri="{FF2B5EF4-FFF2-40B4-BE49-F238E27FC236}">
                <a16:creationId xmlns:a16="http://schemas.microsoft.com/office/drawing/2014/main" id="{94C1483B-4D56-44B4-BB64-E1730B65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C535C"/>
                </a:solidFill>
              </a:defRPr>
            </a:pPr>
            <a:r>
              <a:rPr sz="675" b="1" i="0">
                <a:solidFill>
                  <a:srgbClr val="3C535C"/>
                </a:solidFill>
              </a:rPr>
              <a:t>instruction + history + observed state  -&gt;  target ID</a:t>
            </a:r>
          </a:p>
        </p:txBody>
      </p:sp>
      <p:sp>
        <p:nvSpPr>
          <p:cNvPr id="86" name="v17-independent">
            <a:extLst xmlns:a="http://schemas.openxmlformats.org/drawingml/2006/main">
              <a:ext uri="{FF2B5EF4-FFF2-40B4-BE49-F238E27FC236}">
                <a16:creationId xmlns:a16="http://schemas.microsoft.com/office/drawing/2014/main" id="{71D80CE7-DA2E-4D1B-A670-1FF88F64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1">
                <a:solidFill>
                  <a:srgbClr val="7D8D91"/>
                </a:solidFill>
              </a:defRPr>
            </a:pPr>
            <a:r>
              <a:rPr sz="675" b="0" i="1">
                <a:solidFill>
                  <a:srgbClr val="7D8D91"/>
                </a:solidFill>
              </a:rPr>
              <a:t>two independent runs</a:t>
            </a:r>
          </a:p>
        </p:txBody>
      </p:sp>
      <p:sp>
        <p:nvSpPr>
          <p:cNvPr id="87" name="v17-readout-rule">
            <a:extLst xmlns:a="http://schemas.openxmlformats.org/drawingml/2006/main">
              <a:ext uri="{FF2B5EF4-FFF2-40B4-BE49-F238E27FC236}">
                <a16:creationId xmlns:a16="http://schemas.microsoft.com/office/drawing/2014/main" id="{828D5AA9-618F-42D7-80A4-894B3CB8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38525"/>
            <a:ext cx="9867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5C"/>
          </a:solidFill>
          <a:ln xmlns:a="http://schemas.openxmlformats.org/drawingml/2006/main" w="0">
            <a:solidFill>
              <a:srgbClr val="3C535C"/>
            </a:solidFill>
            <a:prstDash val="solid"/>
          </a:ln>
        </p:spPr>
      </p:sp>
      <p:sp>
        <p:nvSpPr>
          <p:cNvPr id="88" name="v17-readout-band-title">
            <a:extLst xmlns:a="http://schemas.openxmlformats.org/drawingml/2006/main">
              <a:ext uri="{FF2B5EF4-FFF2-40B4-BE49-F238E27FC236}">
                <a16:creationId xmlns:a16="http://schemas.microsoft.com/office/drawing/2014/main" id="{0C6E1451-9F28-4CC0-A418-C1E416DD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3242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C9FA3"/>
                </a:solidFill>
              </a:defRPr>
            </a:pPr>
            <a:r>
              <a:rPr sz="750" b="1" i="0">
                <a:solidFill>
                  <a:srgbClr val="6C9FA3"/>
                </a:solidFill>
              </a:rPr>
              <a:t>OBSERVABLE READOUTS</a:t>
            </a:r>
          </a:p>
        </p:txBody>
      </p:sp>
      <p:sp>
        <p:nvSpPr>
          <p:cNvPr id="89" name="v17-readout-sep-1">
            <a:extLst xmlns:a="http://schemas.openxmlformats.org/drawingml/2006/main">
              <a:ext uri="{FF2B5EF4-FFF2-40B4-BE49-F238E27FC236}">
                <a16:creationId xmlns:a16="http://schemas.microsoft.com/office/drawing/2014/main" id="{D97DB906-03F8-4235-9FCA-B9931751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90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90" name="v17-readout-sep-2">
            <a:extLst xmlns:a="http://schemas.openxmlformats.org/drawingml/2006/main">
              <a:ext uri="{FF2B5EF4-FFF2-40B4-BE49-F238E27FC236}">
                <a16:creationId xmlns:a16="http://schemas.microsoft.com/office/drawing/2014/main" id="{42515926-52AC-4BD1-AD46-65DF316A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90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2407ae5d84140">
            <a:extLst>
              <a:ext uri="{96DAC541-7B7A-43D3-8B79-37D633B846F1}">
                <asvg:svgBlip xmlns:asvg="http://schemas.microsoft.com/office/drawing/2016/SVG/main" r:embed="R0c9337f6b4f247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575" y="3600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2" name="v17-pairacc-title">
            <a:extLst xmlns:a="http://schemas.openxmlformats.org/drawingml/2006/main">
              <a:ext uri="{FF2B5EF4-FFF2-40B4-BE49-F238E27FC236}">
                <a16:creationId xmlns:a16="http://schemas.microsoft.com/office/drawing/2014/main" id="{3E29B8D6-E3EA-446E-B17A-AA3B6B06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D0D0E"/>
                </a:solidFill>
              </a:defRPr>
            </a:pPr>
            <a:r>
              <a:rPr sz="1350" b="1" i="0">
                <a:solidFill>
                  <a:srgbClr val="0D0D0E"/>
                </a:solidFill>
              </a:rPr>
              <a:t>PairAcc</a:t>
            </a:r>
          </a:p>
        </p:txBody>
      </p:sp>
      <p:sp>
        <p:nvSpPr>
          <p:cNvPr id="93" name="v17-pairacc-formula">
            <a:extLst xmlns:a="http://schemas.openxmlformats.org/drawingml/2006/main">
              <a:ext uri="{FF2B5EF4-FFF2-40B4-BE49-F238E27FC236}">
                <a16:creationId xmlns:a16="http://schemas.microsoft.com/office/drawing/2014/main" id="{D11ED3F6-7B3A-48BD-8AB9-F23EF4F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1">
                <a:solidFill>
                  <a:srgbClr val="3C535C"/>
                </a:solidFill>
              </a:defRPr>
            </a:pPr>
            <a:r>
              <a:rPr sz="1125" b="1" i="1">
                <a:solidFill>
                  <a:srgbClr val="3C535C"/>
                </a:solidFill>
              </a:rPr>
              <a:t>T_P=A  AND  T_R=B</a:t>
            </a:r>
          </a:p>
        </p:txBody>
      </p:sp>
      <p:sp>
        <p:nvSpPr>
          <p:cNvPr id="94" name="v17-pairacc-denom">
            <a:extLst xmlns:a="http://schemas.openxmlformats.org/drawingml/2006/main">
              <a:ext uri="{FF2B5EF4-FFF2-40B4-BE49-F238E27FC236}">
                <a16:creationId xmlns:a16="http://schemas.microsoft.com/office/drawing/2014/main" id="{CF1844DA-F12E-4739-9695-9BFBDB3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D91"/>
                </a:solidFill>
              </a:defRPr>
            </a:pPr>
            <a:r>
              <a:rPr sz="750" b="0" i="0">
                <a:solidFill>
                  <a:srgbClr val="7D8D91"/>
                </a:solidFill>
              </a:rPr>
              <a:t>complete changed-winner pairs</a:t>
            </a:r>
          </a:p>
        </p:txBody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83e8671864de9">
            <a:extLst>
              <a:ext uri="{96DAC541-7B7A-43D3-8B79-37D633B846F1}">
                <asvg:svgBlip xmlns:asvg="http://schemas.microsoft.com/office/drawing/2016/SVG/main" r:embed="Reeb8def784314a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76725" y="3600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6" name="v17-sub-title">
            <a:extLst xmlns:a="http://schemas.openxmlformats.org/drawingml/2006/main">
              <a:ext uri="{FF2B5EF4-FFF2-40B4-BE49-F238E27FC236}">
                <a16:creationId xmlns:a16="http://schemas.microsoft.com/office/drawing/2014/main" id="{571B2E27-4264-4126-B591-21405676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0D0E"/>
                </a:solidFill>
              </a:defRPr>
            </a:pPr>
            <a:r>
              <a:rPr sz="1275" b="1" i="0">
                <a:solidFill>
                  <a:srgbClr val="0D0D0E"/>
                </a:solidFill>
              </a:rPr>
              <a:t>Conditional substitution</a:t>
            </a:r>
          </a:p>
        </p:txBody>
      </p:sp>
      <p:sp>
        <p:nvSpPr>
          <p:cNvPr id="97" name="v17-sub-a">
            <a:extLst xmlns:a="http://schemas.openxmlformats.org/drawingml/2006/main">
              <a:ext uri="{FF2B5EF4-FFF2-40B4-BE49-F238E27FC236}">
                <a16:creationId xmlns:a16="http://schemas.microsoft.com/office/drawing/2014/main" id="{6ACB4D3F-3663-405C-9C3A-EB33E11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8" name="v17-sub-clock">
            <a:extLst xmlns:a="http://schemas.openxmlformats.org/drawingml/2006/main">
              <a:ext uri="{FF2B5EF4-FFF2-40B4-BE49-F238E27FC236}">
                <a16:creationId xmlns:a16="http://schemas.microsoft.com/office/drawing/2014/main" id="{9F8BC587-1451-4107-AFB5-23DC860F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C535C"/>
            </a:solidFill>
            <a:prstDash val="solid"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3299609ae4a31">
            <a:extLst>
              <a:ext uri="{96DAC541-7B7A-43D3-8B79-37D633B846F1}">
                <asvg:svgBlip xmlns:asvg="http://schemas.microsoft.com/office/drawing/2016/SVG/main" r:embed="R8ee0bc3273a949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53125" y="39719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00" name="v17-sub-b">
            <a:extLst xmlns:a="http://schemas.openxmlformats.org/drawingml/2006/main">
              <a:ext uri="{FF2B5EF4-FFF2-40B4-BE49-F238E27FC236}">
                <a16:creationId xmlns:a16="http://schemas.microsoft.com/office/drawing/2014/main" id="{72583E43-A69D-4D92-BDE2-5C91DB8E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218" name=""/>
          <p:cNvCxnSpPr>
            <a:stCxn xmlns:a="http://schemas.openxmlformats.org/drawingml/2006/main" id="97" idx="6"/>
            <a:endCxn xmlns:a="http://schemas.openxmlformats.org/drawingml/2006/main" id="98" idx="2"/>
          </p:cNvCxnSpPr>
          <p:nvPr/>
        </p:nvCxnSpPr>
        <p:spPr>
          <a:xfrm xmlns:a="http://schemas.openxmlformats.org/drawingml/2006/main">
            <a:off x="4867275" y="40481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9" name=""/>
          <p:cNvCxnSpPr>
            <a:stCxn xmlns:a="http://schemas.openxmlformats.org/drawingml/2006/main" id="98" idx="6"/>
            <a:endCxn xmlns:a="http://schemas.openxmlformats.org/drawingml/2006/main" id="100" idx="2"/>
          </p:cNvCxnSpPr>
          <p:nvPr/>
        </p:nvCxnSpPr>
        <p:spPr>
          <a:xfrm xmlns:a="http://schemas.openxmlformats.org/drawingml/2006/main">
            <a:off x="6172200" y="404812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3" name="v17-sub-flow-label">
            <a:extLst xmlns:a="http://schemas.openxmlformats.org/drawingml/2006/main">
              <a:ext uri="{FF2B5EF4-FFF2-40B4-BE49-F238E27FC236}">
                <a16:creationId xmlns:a16="http://schemas.microsoft.com/office/drawing/2014/main" id="{6A47F1E9-D1B8-4B0A-9B97-E352257A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8585A"/>
                </a:solidFill>
              </a:defRPr>
            </a:pPr>
            <a:r>
              <a:rPr sz="675" b="0" i="0">
                <a:solidFill>
                  <a:srgbClr val="58585A"/>
                </a:solidFill>
              </a:rPr>
              <a:t>correct bind               refresh               final B</a:t>
            </a:r>
          </a:p>
        </p:txBody>
      </p:sp>
      <p:sp>
        <p:nvSpPr>
          <p:cNvPr id="104" name="v17-sub-denom">
            <a:extLst xmlns:a="http://schemas.openxmlformats.org/drawingml/2006/main">
              <a:ext uri="{FF2B5EF4-FFF2-40B4-BE49-F238E27FC236}">
                <a16:creationId xmlns:a16="http://schemas.microsoft.com/office/drawing/2014/main" id="{B050E38B-B33F-4896-A336-A640276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52925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7D8D91"/>
                </a:solidFill>
              </a:defRPr>
            </a:pPr>
            <a:r>
              <a:rPr sz="675" b="0" i="0">
                <a:solidFill>
                  <a:srgbClr val="7D8D91"/>
                </a:solidFill>
              </a:rPr>
              <a:t>eligible Preserve: correct bind + completed refresh + changed winner + surviving, action-valid A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a9125abe94d15">
            <a:extLst>
              <a:ext uri="{96DAC541-7B7A-43D3-8B79-37D633B846F1}">
                <asvg:svgBlip xmlns:asvg="http://schemas.microsoft.com/office/drawing/2016/SVG/main" r:embed="R4e60d0ee4e0841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72475" y="3600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6" name="v17-exec-title">
            <a:extLst xmlns:a="http://schemas.openxmlformats.org/drawingml/2006/main">
              <a:ext uri="{FF2B5EF4-FFF2-40B4-BE49-F238E27FC236}">
                <a16:creationId xmlns:a16="http://schemas.microsoft.com/office/drawing/2014/main" id="{E9C28E0E-12C5-442A-8DC5-48839CD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0D0E"/>
                </a:solidFill>
              </a:defRPr>
            </a:pPr>
            <a:r>
              <a:rPr sz="1275" b="1" i="0">
                <a:solidFill>
                  <a:srgbClr val="0D0D0E"/>
                </a:solidFill>
              </a:rPr>
              <a:t>Execution subset</a:t>
            </a:r>
          </a:p>
        </p:txBody>
      </p:sp>
      <p:sp>
        <p:nvSpPr>
          <p:cNvPr id="107" name="v17-exec-id">
            <a:extLst xmlns:a="http://schemas.openxmlformats.org/drawingml/2006/main">
              <a:ext uri="{FF2B5EF4-FFF2-40B4-BE49-F238E27FC236}">
                <a16:creationId xmlns:a16="http://schemas.microsoft.com/office/drawing/2014/main" id="{5744B204-677E-474A-9D60-CC3247D5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533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C535C"/>
            </a:solidFill>
            <a:prstDash val="solid"/>
          </a:ln>
        </p:spPr>
      </p:sp>
      <p:sp>
        <p:nvSpPr>
          <p:cNvPr id="108" name="v17-exec-id-text">
            <a:extLst xmlns:a="http://schemas.openxmlformats.org/drawingml/2006/main">
              <a:ext uri="{FF2B5EF4-FFF2-40B4-BE49-F238E27FC236}">
                <a16:creationId xmlns:a16="http://schemas.microsoft.com/office/drawing/2014/main" id="{D83BAF4C-998C-47E4-938D-1E1C92A4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528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58585A"/>
                </a:solidFill>
              </a:defRPr>
            </a:pPr>
            <a:r>
              <a:rPr sz="750" b="1" i="0">
                <a:solidFill>
                  <a:srgbClr val="58585A"/>
                </a:solidFill>
              </a:rPr>
              <a:t>ID</a:t>
            </a:r>
          </a:p>
        </p:txBody>
      </p:sp>
      <p:sp>
        <p:nvSpPr>
          <p:cNvPr id="109" name="v17-exec-tool">
            <a:extLst xmlns:a="http://schemas.openxmlformats.org/drawingml/2006/main">
              <a:ext uri="{FF2B5EF4-FFF2-40B4-BE49-F238E27FC236}">
                <a16:creationId xmlns:a16="http://schemas.microsoft.com/office/drawing/2014/main" id="{29AB4E40-A02C-4725-ACF1-0D99D2A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924300"/>
            <a:ext cx="819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C9FA3"/>
            </a:solidFill>
            <a:prstDash val="solid"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8b6bd9474420a">
            <a:extLst>
              <a:ext uri="{96DAC541-7B7A-43D3-8B79-37D633B846F1}">
                <asvg:svgBlip xmlns:asvg="http://schemas.microsoft.com/office/drawing/2016/SVG/main" r:embed="R337aabc4d78948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91675" y="40005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11" name="v17-exec-tool-text">
            <a:extLst xmlns:a="http://schemas.openxmlformats.org/drawingml/2006/main">
              <a:ext uri="{FF2B5EF4-FFF2-40B4-BE49-F238E27FC236}">
                <a16:creationId xmlns:a16="http://schemas.microsoft.com/office/drawing/2014/main" id="{0CD9F0DD-7E3A-44B8-A024-3005F60E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52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58585A"/>
                </a:solidFill>
              </a:defRPr>
            </a:pPr>
            <a:r>
              <a:rPr sz="675" b="1" i="0">
                <a:solidFill>
                  <a:srgbClr val="58585A"/>
                </a:solidFill>
              </a:rPr>
              <a:t>tool write</a:t>
            </a:r>
          </a:p>
        </p:txBody>
      </p:sp>
      <p:sp>
        <p:nvSpPr>
          <p:cNvPr id="112" name="v17-exec-diff">
            <a:extLst xmlns:a="http://schemas.openxmlformats.org/drawingml/2006/main">
              <a:ext uri="{FF2B5EF4-FFF2-40B4-BE49-F238E27FC236}">
                <a16:creationId xmlns:a16="http://schemas.microsoft.com/office/drawing/2014/main" id="{A402B157-6711-4FED-8683-2F3F15FD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924300"/>
            <a:ext cx="819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EEF0"/>
          </a:solidFill>
          <a:ln xmlns:a="http://schemas.openxmlformats.org/drawingml/2006/main" w="12383">
            <a:solidFill>
              <a:srgbClr val="318383"/>
            </a:solidFill>
            <a:prstDash val="solid"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aae381b36435f">
            <a:extLst>
              <a:ext uri="{96DAC541-7B7A-43D3-8B79-37D633B846F1}">
                <asvg:svgBlip xmlns:asvg="http://schemas.microsoft.com/office/drawing/2016/SVG/main" r:embed="Rdb7aa9c72b864e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25175" y="40005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14" name="v17-exec-diff-text">
            <a:extLst xmlns:a="http://schemas.openxmlformats.org/drawingml/2006/main">
              <a:ext uri="{FF2B5EF4-FFF2-40B4-BE49-F238E27FC236}">
                <a16:creationId xmlns:a16="http://schemas.microsoft.com/office/drawing/2014/main" id="{0C468370-7863-4FF5-A340-27D6120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952875"/>
            <a:ext cx="48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18383"/>
                </a:solidFill>
              </a:defRPr>
            </a:pPr>
            <a:r>
              <a:rPr sz="675" b="1" i="0">
                <a:solidFill>
                  <a:srgbClr val="318383"/>
                </a:solidFill>
              </a:rPr>
              <a:t>state diff</a:t>
            </a:r>
          </a:p>
        </p:txBody>
      </p:sp>
      <p:cxnSp>
        <p:nvCxnSpPr>
          <p:cNvPr id="232" name=""/>
          <p:cNvCxnSpPr>
            <a:stCxn xmlns:a="http://schemas.openxmlformats.org/drawingml/2006/main" id="107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8972550" y="4076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6C9FA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3" name=""/>
          <p:cNvCxnSpPr>
            <a:stCxn xmlns:a="http://schemas.openxmlformats.org/drawingml/2006/main" id="109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10315575" y="4076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6C9FA3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7" name="v17-exec-denom">
            <a:extLst xmlns:a="http://schemas.openxmlformats.org/drawingml/2006/main">
              <a:ext uri="{FF2B5EF4-FFF2-40B4-BE49-F238E27FC236}">
                <a16:creationId xmlns:a16="http://schemas.microsoft.com/office/drawing/2014/main" id="{C596D0C9-7A2F-4F13-AC81-88C7E101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957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7D8D91"/>
                </a:solidFill>
              </a:defRPr>
            </a:pPr>
            <a:r>
              <a:rPr sz="750" b="0" i="0">
                <a:solidFill>
                  <a:srgbClr val="7D8D91"/>
                </a:solidFill>
              </a:rPr>
              <a:t>executed model-issued writes only</a:t>
            </a:r>
          </a:p>
        </p:txBody>
      </p:sp>
    </p:spTree>
    <p:extLst>
      <p:ext uri="{BB962C8B-B14F-4D97-AF65-F5344CB8AC3E}">
        <p14:creationId xmlns:p14="http://schemas.microsoft.com/office/powerpoint/2010/main" val="546878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2026-07-28T18:59:08.9110000Z</dcterms:created>
  <dcterms:modified xsi:type="dcterms:W3CDTF">2026-07-28T18:59:08.9110000Z</dcterms:modified>
</coreProperties>
</file>