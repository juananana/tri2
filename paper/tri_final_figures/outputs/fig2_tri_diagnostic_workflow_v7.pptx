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83fd170a1940c2" /><Relationship Type="http://schemas.openxmlformats.org/officeDocument/2006/relationships/extended-properties" Target="/docProps/app.xml" Id="R643fdc57d74e49a3" /><Relationship Type="http://schemas.openxmlformats.org/officeDocument/2006/relationships/officeDocument" Target="/ppt/presentation.xml" Id="R7f0546bc5fc14b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d43cfcf334265"/>
  </p:sldMasterIdLst>
  <p:notesMasterIdLst>
    <p:notesMasterId xmlns:r="http://schemas.openxmlformats.org/officeDocument/2006/relationships" r:id="R1a3db7152d7d4301"/>
  </p:notesMasterIdLst>
  <p:sldIdLst>
    <p:sldId xmlns:r="http://schemas.openxmlformats.org/officeDocument/2006/relationships" id="256" r:id="Rb79e7d4c85ce4cf5"/>
  </p:sldIdLst>
  <p:sldSz cx="12192000" cy="3295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4734ef2d5b4061" /><Relationship Type="http://schemas.openxmlformats.org/officeDocument/2006/relationships/slideMaster" Target="/ppt/slideMasters/slideMaster1.xml" Id="Rad1d43cfcf334265" /><Relationship Type="http://schemas.openxmlformats.org/officeDocument/2006/relationships/notesMaster" Target="/ppt/notesMasters/notesMaster1.xml" Id="R1a3db7152d7d4301" /><Relationship Type="http://schemas.openxmlformats.org/officeDocument/2006/relationships/presProps" Target="/ppt/presProps.xml" Id="Rd746d8f8b57e4119" /><Relationship Type="http://schemas.openxmlformats.org/officeDocument/2006/relationships/tableStyles" Target="/ppt/tableStyles.xml" Id="Re805aff3bc8c44af" /><Relationship Type="http://schemas.openxmlformats.org/officeDocument/2006/relationships/slide" Target="/ppt/slides/slide1.xml" Id="Rb79e7d4c85ce4c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f364d1e69945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53e20daa5f4c22" /><Relationship Type="http://schemas.openxmlformats.org/officeDocument/2006/relationships/notesMaster" Target="/ppt/notesMasters/notesMaster1.xml" Id="R4278865d2dd942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Anonymous TRI manuscript: diagnostic construction, controller-probe boundary, and endpoint definitions.</a:t>
            </a:r>
          </a:p>
          <a:p xmlns:a="http://schemas.openxmlformats.org/drawingml/2006/main">
            <a:r>
              <a:t>- User-provided Figure 1: palette and visual-language reference only; no external factual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07457494948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5583deb4f34dfa" /><Relationship Type="http://schemas.openxmlformats.org/officeDocument/2006/relationships/slideLayout" Target="/ppt/slideLayouts/slideLayout1.xml" Id="R4b1d1ffe74a6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1d1ffe74a6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e84fa5a9448ca" /><Relationship Type="http://schemas.openxmlformats.org/officeDocument/2006/relationships/notesSlide" Target="/ppt/notesSlides/notesSlide1.xml" Id="Rc9fba37a160c4b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eparator-a-b">
            <a:extLst xmlns:a="http://schemas.openxmlformats.org/drawingml/2006/main">
              <a:ext uri="{FF2B5EF4-FFF2-40B4-BE49-F238E27FC236}">
                <a16:creationId xmlns:a16="http://schemas.microsoft.com/office/drawing/2014/main" id="{EACAAE66-28F7-4C67-B6C4-9A9919B4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238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9"/>
          </a:solidFill>
          <a:ln xmlns:a="http://schemas.openxmlformats.org/drawingml/2006/main" w="0">
            <a:solidFill>
              <a:srgbClr val="B8C7C9"/>
            </a:solidFill>
            <a:prstDash val="solid"/>
          </a:ln>
        </p:spPr>
      </p:sp>
      <p:sp>
        <p:nvSpPr>
          <p:cNvPr id="2" name="separator-b-c">
            <a:extLst xmlns:a="http://schemas.openxmlformats.org/drawingml/2006/main">
              <a:ext uri="{FF2B5EF4-FFF2-40B4-BE49-F238E27FC236}">
                <a16:creationId xmlns:a16="http://schemas.microsoft.com/office/drawing/2014/main" id="{AC8E72C4-B382-478F-9519-F78CB62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38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7C9"/>
          </a:solidFill>
          <a:ln xmlns:a="http://schemas.openxmlformats.org/drawingml/2006/main" w="0">
            <a:solidFill>
              <a:srgbClr val="B8C7C9"/>
            </a:solidFill>
            <a:prstDash val="solid"/>
          </a:ln>
        </p:spPr>
      </p:sp>
      <p:sp>
        <p:nvSpPr>
          <p:cNvPr id="3" name="A-heading">
            <a:extLst xmlns:a="http://schemas.openxmlformats.org/drawingml/2006/main">
              <a:ext uri="{FF2B5EF4-FFF2-40B4-BE49-F238E27FC236}">
                <a16:creationId xmlns:a16="http://schemas.microsoft.com/office/drawing/2014/main" id="{7DB2EF41-387E-477A-97A1-1C459076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64A56"/>
                </a:solidFill>
              </a:defRPr>
            </a:pPr>
            <a:r>
              <a:rPr sz="1575" b="1" i="0">
                <a:solidFill>
                  <a:srgbClr val="264A56"/>
                </a:solidFill>
              </a:rPr>
              <a:t>A. Construct the matched pair</a:t>
            </a:r>
          </a:p>
        </p:txBody>
      </p:sp>
      <p:sp>
        <p:nvSpPr>
          <p:cNvPr id="4" name="B-heading">
            <a:extLst xmlns:a="http://schemas.openxmlformats.org/drawingml/2006/main">
              <a:ext uri="{FF2B5EF4-FFF2-40B4-BE49-F238E27FC236}">
                <a16:creationId xmlns:a16="http://schemas.microsoft.com/office/drawing/2014/main" id="{9CD1DE25-E2DE-41AA-AECF-AB86A29E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64A56"/>
                </a:solidFill>
              </a:defRPr>
            </a:pPr>
            <a:r>
              <a:rPr sz="1575" b="1" i="0">
                <a:solidFill>
                  <a:srgbClr val="264A56"/>
                </a:solidFill>
              </a:rPr>
              <a:t>B. Run the pair</a:t>
            </a:r>
          </a:p>
        </p:txBody>
      </p:sp>
      <p:sp>
        <p:nvSpPr>
          <p:cNvPr id="5" name="C-heading">
            <a:extLst xmlns:a="http://schemas.openxmlformats.org/drawingml/2006/main">
              <a:ext uri="{FF2B5EF4-FFF2-40B4-BE49-F238E27FC236}">
                <a16:creationId xmlns:a16="http://schemas.microsoft.com/office/drawing/2014/main" id="{00F73D61-1C58-43A0-AED1-D3D750B8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52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64A56"/>
                </a:solidFill>
              </a:defRPr>
            </a:pPr>
            <a:r>
              <a:rPr sz="1575" b="1" i="0">
                <a:solidFill>
                  <a:srgbClr val="264A56"/>
                </a:solidFill>
              </a:rPr>
              <a:t>C. Observable readouts</a:t>
            </a:r>
          </a:p>
        </p:txBody>
      </p:sp>
      <p:sp>
        <p:nvSpPr>
          <p:cNvPr id="6" name="fixed-strip">
            <a:extLst xmlns:a="http://schemas.openxmlformats.org/drawingml/2006/main">
              <a:ext uri="{FF2B5EF4-FFF2-40B4-BE49-F238E27FC236}">
                <a16:creationId xmlns:a16="http://schemas.microsoft.com/office/drawing/2014/main" id="{6AC6A550-8D85-4614-A9DF-A3B7190C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00050"/>
            <a:ext cx="62865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B8C7C9"/>
            </a:solidFill>
            <a:prstDash val="solid"/>
          </a:ln>
        </p:spPr>
      </p:sp>
      <p:sp>
        <p:nvSpPr>
          <p:cNvPr id="7" name="fixed-text">
            <a:extLst xmlns:a="http://schemas.openxmlformats.org/drawingml/2006/main">
              <a:ext uri="{FF2B5EF4-FFF2-40B4-BE49-F238E27FC236}">
                <a16:creationId xmlns:a16="http://schemas.microsoft.com/office/drawing/2014/main" id="{32DB5864-6C18-4C2A-A521-B653CC7D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07A7F"/>
                </a:solidFill>
              </a:defRPr>
            </a:pPr>
            <a:r>
              <a:rPr sz="1200" b="1" i="0">
                <a:solidFill>
                  <a:srgbClr val="407A7F"/>
                </a:solidFill>
              </a:rPr>
              <a:t>Shared across pair: S0, S1, q, action, schema</a:t>
            </a:r>
          </a:p>
        </p:txBody>
      </p:sp>
      <p:sp>
        <p:nvSpPr>
          <p:cNvPr id="8" name="varied-text">
            <a:extLst xmlns:a="http://schemas.openxmlformats.org/drawingml/2006/main">
              <a:ext uri="{FF2B5EF4-FFF2-40B4-BE49-F238E27FC236}">
                <a16:creationId xmlns:a16="http://schemas.microsoft.com/office/drawing/2014/main" id="{1805A06F-A976-4219-9CC7-C76943A0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8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E56D4E"/>
                </a:solidFill>
              </a:defRPr>
            </a:pPr>
            <a:r>
              <a:rPr sz="1200" b="1" i="0">
                <a:solidFill>
                  <a:srgbClr val="E56D4E"/>
                </a:solidFill>
              </a:rPr>
              <a:t>Varied: commitment timing</a:t>
            </a:r>
          </a:p>
        </p:txBody>
      </p:sp>
      <p:sp>
        <p:nvSpPr>
          <p:cNvPr id="9" name="world-label">
            <a:extLst xmlns:a="http://schemas.openxmlformats.org/drawingml/2006/main">
              <a:ext uri="{FF2B5EF4-FFF2-40B4-BE49-F238E27FC236}">
                <a16:creationId xmlns:a16="http://schemas.microsoft.com/office/drawing/2014/main" id="{4213CC32-0C30-44EC-8E37-D647B3B6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715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6747A"/>
                </a:solidFill>
              </a:defRPr>
            </a:pPr>
            <a:r>
              <a:rPr sz="1200" b="1" i="0">
                <a:solidFill>
                  <a:srgbClr val="66747A"/>
                </a:solidFill>
              </a:rPr>
              <a:t>SHARED TRANSITION</a:t>
            </a:r>
          </a:p>
        </p:txBody>
      </p:sp>
      <p:sp>
        <p:nvSpPr>
          <p:cNvPr id="10" name="state-s0">
            <a:extLst xmlns:a="http://schemas.openxmlformats.org/drawingml/2006/main">
              <a:ext uri="{FF2B5EF4-FFF2-40B4-BE49-F238E27FC236}">
                <a16:creationId xmlns:a16="http://schemas.microsoft.com/office/drawing/2014/main" id="{3635BCDE-3874-4F77-9F3B-08BF604C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33425"/>
            <a:ext cx="1428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11" name="state-s1">
            <a:extLst xmlns:a="http://schemas.openxmlformats.org/drawingml/2006/main">
              <a:ext uri="{FF2B5EF4-FFF2-40B4-BE49-F238E27FC236}">
                <a16:creationId xmlns:a16="http://schemas.microsoft.com/office/drawing/2014/main" id="{8B3B2631-E1D5-4560-BB04-23BFFAA2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33425"/>
            <a:ext cx="19621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12" name="s0-title">
            <a:extLst xmlns:a="http://schemas.openxmlformats.org/drawingml/2006/main">
              <a:ext uri="{FF2B5EF4-FFF2-40B4-BE49-F238E27FC236}">
                <a16:creationId xmlns:a16="http://schemas.microsoft.com/office/drawing/2014/main" id="{C3ABC3FF-C9D9-4EA8-BB87-65AE83C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620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64A56"/>
                </a:solidFill>
              </a:defRPr>
            </a:pPr>
            <a:r>
              <a:rPr sz="1200" b="1" i="0">
                <a:solidFill>
                  <a:srgbClr val="264A56"/>
                </a:solidFill>
              </a:rPr>
              <a:t>S0</a:t>
            </a:r>
          </a:p>
        </p:txBody>
      </p:sp>
      <p:sp>
        <p:nvSpPr>
          <p:cNvPr id="13" name="s0-winner">
            <a:extLst xmlns:a="http://schemas.openxmlformats.org/drawingml/2006/main">
              <a:ext uri="{FF2B5EF4-FFF2-40B4-BE49-F238E27FC236}">
                <a16:creationId xmlns:a16="http://schemas.microsoft.com/office/drawing/2014/main" id="{BE5436E7-54BB-4245-9D7E-503C6580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942975"/>
            <a:ext cx="1162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56D4E"/>
                </a:solidFill>
              </a:defRPr>
            </a:pPr>
            <a:r>
              <a:rPr sz="1575" b="1" i="0">
                <a:solidFill>
                  <a:srgbClr val="E56D4E"/>
                </a:solidFill>
              </a:rPr>
              <a:t>q(S0) = A</a:t>
            </a:r>
          </a:p>
        </p:txBody>
      </p:sp>
      <p:sp>
        <p:nvSpPr>
          <p:cNvPr id="14" name="s0-time">
            <a:extLst xmlns:a="http://schemas.openxmlformats.org/drawingml/2006/main">
              <a:ext uri="{FF2B5EF4-FFF2-40B4-BE49-F238E27FC236}">
                <a16:creationId xmlns:a16="http://schemas.microsoft.com/office/drawing/2014/main" id="{2C1FF203-D565-4355-AB60-5497B9AF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2096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6747A"/>
                </a:solidFill>
              </a:defRPr>
            </a:pPr>
            <a:r>
              <a:rPr sz="1200" b="1" i="0">
                <a:solidFill>
                  <a:srgbClr val="66747A"/>
                </a:solidFill>
              </a:rPr>
              <a:t>winner at S0</a:t>
            </a:r>
          </a:p>
        </p:txBody>
      </p:sp>
      <p:sp>
        <p:nvSpPr>
          <p:cNvPr id="15" name="s1-title">
            <a:extLst xmlns:a="http://schemas.openxmlformats.org/drawingml/2006/main">
              <a:ext uri="{FF2B5EF4-FFF2-40B4-BE49-F238E27FC236}">
                <a16:creationId xmlns:a16="http://schemas.microsoft.com/office/drawing/2014/main" id="{174BF294-8777-4160-93BE-2EE1CE34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62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64A56"/>
                </a:solidFill>
              </a:defRPr>
            </a:pPr>
            <a:r>
              <a:rPr sz="1200" b="1" i="0">
                <a:solidFill>
                  <a:srgbClr val="264A56"/>
                </a:solidFill>
              </a:rPr>
              <a:t>S1</a:t>
            </a:r>
          </a:p>
        </p:txBody>
      </p:sp>
      <p:sp>
        <p:nvSpPr>
          <p:cNvPr id="16" name="s1-winner">
            <a:extLst xmlns:a="http://schemas.openxmlformats.org/drawingml/2006/main">
              <a:ext uri="{FF2B5EF4-FFF2-40B4-BE49-F238E27FC236}">
                <a16:creationId xmlns:a16="http://schemas.microsoft.com/office/drawing/2014/main" id="{1CE41E23-6A3C-405D-8D9B-8254DF7B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9429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8D82"/>
                </a:solidFill>
              </a:defRPr>
            </a:pPr>
            <a:r>
              <a:rPr sz="1575" b="1" i="0">
                <a:solidFill>
                  <a:srgbClr val="248D82"/>
                </a:solidFill>
              </a:rPr>
              <a:t>q(S1) = B</a:t>
            </a:r>
          </a:p>
        </p:txBody>
      </p:sp>
      <p:sp>
        <p:nvSpPr>
          <p:cNvPr id="17" name="s1-valid">
            <a:extLst xmlns:a="http://schemas.openxmlformats.org/drawingml/2006/main">
              <a:ext uri="{FF2B5EF4-FFF2-40B4-BE49-F238E27FC236}">
                <a16:creationId xmlns:a16="http://schemas.microsoft.com/office/drawing/2014/main" id="{76866E83-5696-4217-B44D-1A8DDF4D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1144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0AA84"/>
                </a:solidFill>
              </a:defRPr>
            </a:pPr>
            <a:r>
              <a:rPr sz="1200" b="1" i="0">
                <a:solidFill>
                  <a:srgbClr val="60AA84"/>
                </a:solidFill>
              </a:rPr>
              <a:t>A remains present</a:t>
            </a:r>
          </a:p>
          <a:p xmlns:a="http://schemas.openxmlformats.org/drawingml/2006/main">
            <a:pPr algn="ctr">
              <a:defRPr sz="1200" b="1" i="0">
                <a:solidFill>
                  <a:srgbClr val="60AA84"/>
                </a:solidFill>
              </a:defRPr>
            </a:pPr>
            <a:r>
              <a:rPr sz="1200" b="1" i="0">
                <a:solidFill>
                  <a:srgbClr val="60AA84"/>
                </a:solidFill>
              </a:rPr>
              <a:t>and action-valid</a:t>
            </a:r>
          </a:p>
        </p:txBody>
      </p:sp>
      <p:cxnSp>
        <p:nvCxnSpPr>
          <p:cNvPr id="9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43250" y="1085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ABC6B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F429D3A2-6C5D-41B1-8E71-CE633D82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239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64A56"/>
                </a:solidFill>
              </a:defRPr>
            </a:pPr>
            <a:r>
              <a:rPr sz="1275" b="1" i="0">
                <a:solidFill>
                  <a:srgbClr val="264A56"/>
                </a:solidFill>
              </a:rPr>
              <a:t>refresh</a:t>
            </a:r>
          </a:p>
        </p:txBody>
      </p:sp>
      <p:sp>
        <p:nvSpPr>
          <p:cNvPr id="20" name="preserve-label">
            <a:extLst xmlns:a="http://schemas.openxmlformats.org/drawingml/2006/main">
              <a:ext uri="{FF2B5EF4-FFF2-40B4-BE49-F238E27FC236}">
                <a16:creationId xmlns:a16="http://schemas.microsoft.com/office/drawing/2014/main" id="{9C5FE7C6-046E-466B-948E-7748A0D9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47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56D4E"/>
                </a:solidFill>
              </a:defRPr>
            </a:pPr>
            <a:r>
              <a:rPr sz="1350" b="1" i="0">
                <a:solidFill>
                  <a:srgbClr val="E56D4E"/>
                </a:solidFill>
              </a:rPr>
              <a:t>PRESERVE</a:t>
            </a:r>
          </a:p>
        </p:txBody>
      </p:sp>
      <p:sp>
        <p:nvSpPr>
          <p:cNvPr id="21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9870BCB5-AC98-4572-992C-27FF6568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669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4A56"/>
                </a:solidFill>
              </a:defRPr>
            </a:pPr>
            <a:r>
              <a:rPr sz="1200" b="0" i="0">
                <a:solidFill>
                  <a:srgbClr val="264A56"/>
                </a:solidFill>
              </a:rPr>
              <a:t>bind at S0</a:t>
            </a:r>
          </a:p>
        </p:txBody>
      </p:sp>
      <p:sp>
        <p:nvSpPr>
          <p:cNvPr id="22" name="preserve-bound-a">
            <a:extLst xmlns:a="http://schemas.openxmlformats.org/drawingml/2006/main">
              <a:ext uri="{FF2B5EF4-FFF2-40B4-BE49-F238E27FC236}">
                <a16:creationId xmlns:a16="http://schemas.microsoft.com/office/drawing/2014/main" id="{8412D4D1-A538-4E30-90C2-6E7CBB18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9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DE8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6D4E"/>
                </a:solidFill>
              </a:defRPr>
            </a:pPr>
            <a:r>
              <a:rPr sz="1500" b="1">
                <a:solidFill>
                  <a:srgbClr val="E56D4E"/>
                </a:solidFill>
              </a:rPr>
              <a:t>A</a:t>
            </a:r>
          </a:p>
        </p:txBody>
      </p:sp>
      <p:sp>
        <p:nvSpPr>
          <p:cNvPr id="23" name="preserve-bound-text">
            <a:extLst xmlns:a="http://schemas.openxmlformats.org/drawingml/2006/main">
              <a:ext uri="{FF2B5EF4-FFF2-40B4-BE49-F238E27FC236}">
                <a16:creationId xmlns:a16="http://schemas.microsoft.com/office/drawing/2014/main" id="{62D8B398-FA78-4613-8141-1FC788CA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764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56D4E"/>
                </a:solidFill>
              </a:defRPr>
            </a:pPr>
            <a:r>
              <a:rPr sz="1200" b="1" i="0">
                <a:solidFill>
                  <a:srgbClr val="E56D4E"/>
                </a:solidFill>
              </a:rPr>
              <a:t>bound(A)</a:t>
            </a:r>
          </a:p>
        </p:txBody>
      </p:sp>
      <p:sp>
        <p:nvSpPr>
          <p:cNvPr id="24" name="preserve-target-a">
            <a:extLst xmlns:a="http://schemas.openxmlformats.org/drawingml/2006/main">
              <a:ext uri="{FF2B5EF4-FFF2-40B4-BE49-F238E27FC236}">
                <a16:creationId xmlns:a16="http://schemas.microsoft.com/office/drawing/2014/main" id="{E5D26CBA-DBF3-462F-AFEA-C8D82203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09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6D4E"/>
                </a:solidFill>
              </a:defRPr>
            </a:pPr>
            <a:r>
              <a:rPr sz="1500" b="1">
                <a:solidFill>
                  <a:srgbClr val="E56D4E"/>
                </a:solidFill>
              </a:rPr>
              <a:t>A</a:t>
            </a:r>
          </a:p>
        </p:txBody>
      </p:sp>
      <p:cxnSp>
        <p:nvCxnSpPr>
          <p:cNvPr id="99" name=""/>
          <p:cNvCxnSpPr>
            <a:stCxn xmlns:a="http://schemas.openxmlformats.org/drawingml/2006/main" id="22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2266950" y="1838325"/>
            <a:ext cx="36385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E56D4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6" name="preserve-target-text">
            <a:extLst xmlns:a="http://schemas.openxmlformats.org/drawingml/2006/main">
              <a:ext uri="{FF2B5EF4-FFF2-40B4-BE49-F238E27FC236}">
                <a16:creationId xmlns:a16="http://schemas.microsoft.com/office/drawing/2014/main" id="{829944AE-9296-4F0B-B97B-CEADE22E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764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56D4E"/>
                </a:solidFill>
              </a:defRPr>
            </a:pPr>
            <a:r>
              <a:rPr sz="1200" b="1" i="0">
                <a:solidFill>
                  <a:srgbClr val="E56D4E"/>
                </a:solidFill>
              </a:rPr>
              <a:t>target A</a:t>
            </a:r>
          </a:p>
        </p:txBody>
      </p:sp>
      <p:sp>
        <p:nvSpPr>
          <p:cNvPr id="27" name="reevaluate-label">
            <a:extLst xmlns:a="http://schemas.openxmlformats.org/drawingml/2006/main">
              <a:ext uri="{FF2B5EF4-FFF2-40B4-BE49-F238E27FC236}">
                <a16:creationId xmlns:a16="http://schemas.microsoft.com/office/drawing/2014/main" id="{235A9B39-9F9A-4C20-A5DB-1484698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907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8D82"/>
                </a:solidFill>
              </a:defRPr>
            </a:pPr>
            <a:r>
              <a:rPr sz="1350" b="1" i="0">
                <a:solidFill>
                  <a:srgbClr val="248D82"/>
                </a:solidFill>
              </a:rPr>
              <a:t>REEVALUATE</a:t>
            </a:r>
          </a:p>
        </p:txBody>
      </p:sp>
      <p:sp>
        <p:nvSpPr>
          <p:cNvPr id="28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68750A9B-9393-4348-B205-F248F66C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09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4A56"/>
                </a:solidFill>
              </a:defRPr>
            </a:pPr>
            <a:r>
              <a:rPr sz="1200" b="0" i="0">
                <a:solidFill>
                  <a:srgbClr val="264A56"/>
                </a:solidFill>
              </a:rPr>
              <a:t>defer q to S1</a:t>
            </a:r>
          </a:p>
        </p:txBody>
      </p:sp>
      <p:sp>
        <p:nvSpPr>
          <p:cNvPr id="29" name="reevaluate-deferred-q">
            <a:extLst xmlns:a="http://schemas.openxmlformats.org/drawingml/2006/main">
              <a:ext uri="{FF2B5EF4-FFF2-40B4-BE49-F238E27FC236}">
                <a16:creationId xmlns:a16="http://schemas.microsoft.com/office/drawing/2014/main" id="{ABC666B7-51B7-4DFD-B542-36A7668C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52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8D82"/>
                </a:solidFill>
              </a:defRPr>
            </a:pPr>
            <a:r>
              <a:rPr sz="1500" b="1">
                <a:solidFill>
                  <a:srgbClr val="248D82"/>
                </a:solidFill>
              </a:rPr>
              <a:t>q</a:t>
            </a:r>
          </a:p>
        </p:txBody>
      </p:sp>
      <p:sp>
        <p:nvSpPr>
          <p:cNvPr id="30" name="reevaluate-deferred-text">
            <a:extLst xmlns:a="http://schemas.openxmlformats.org/drawingml/2006/main">
              <a:ext uri="{FF2B5EF4-FFF2-40B4-BE49-F238E27FC236}">
                <a16:creationId xmlns:a16="http://schemas.microsoft.com/office/drawing/2014/main" id="{076FF44A-9D65-4029-9B0D-8D3AA496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8D82"/>
                </a:solidFill>
              </a:defRPr>
            </a:pPr>
            <a:r>
              <a:rPr sz="1200" b="1" i="0">
                <a:solidFill>
                  <a:srgbClr val="248D82"/>
                </a:solidFill>
              </a:rPr>
              <a:t>deferred(q)</a:t>
            </a:r>
          </a:p>
        </p:txBody>
      </p:sp>
      <p:sp>
        <p:nvSpPr>
          <p:cNvPr id="31" name="reevaluate-target-b">
            <a:extLst xmlns:a="http://schemas.openxmlformats.org/drawingml/2006/main">
              <a:ext uri="{FF2B5EF4-FFF2-40B4-BE49-F238E27FC236}">
                <a16:creationId xmlns:a16="http://schemas.microsoft.com/office/drawing/2014/main" id="{1011FA23-2518-45FF-B70C-01AF6F20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8D82"/>
                </a:solidFill>
              </a:defRPr>
            </a:pPr>
            <a:r>
              <a:rPr sz="1500" b="1">
                <a:solidFill>
                  <a:srgbClr val="248D82"/>
                </a:solidFill>
              </a:rPr>
              <a:t>B</a:t>
            </a:r>
          </a:p>
        </p:txBody>
      </p:sp>
      <p:cxnSp>
        <p:nvCxnSpPr>
          <p:cNvPr id="106" name=""/>
          <p:cNvCxnSpPr>
            <a:stCxn xmlns:a="http://schemas.openxmlformats.org/drawingml/2006/main" id="29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2266950" y="2581275"/>
            <a:ext cx="3638550" cy="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248D82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3" name="reevaluate-resolve">
            <a:extLst xmlns:a="http://schemas.openxmlformats.org/drawingml/2006/main">
              <a:ext uri="{FF2B5EF4-FFF2-40B4-BE49-F238E27FC236}">
                <a16:creationId xmlns:a16="http://schemas.microsoft.com/office/drawing/2014/main" id="{E10F641E-FD3E-4D6B-808F-4DCC25D1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98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8D82"/>
                </a:solidFill>
              </a:defRPr>
            </a:pPr>
            <a:r>
              <a:rPr sz="1200" b="1" i="0">
                <a:solidFill>
                  <a:srgbClr val="248D82"/>
                </a:solidFill>
              </a:rPr>
              <a:t>resolve q on S1</a:t>
            </a:r>
          </a:p>
        </p:txBody>
      </p:sp>
      <p:sp>
        <p:nvSpPr>
          <p:cNvPr id="34" name="reevaluate-target-text">
            <a:extLst xmlns:a="http://schemas.openxmlformats.org/drawingml/2006/main">
              <a:ext uri="{FF2B5EF4-FFF2-40B4-BE49-F238E27FC236}">
                <a16:creationId xmlns:a16="http://schemas.microsoft.com/office/drawing/2014/main" id="{C0940689-1A11-4B42-887D-2469128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8D82"/>
                </a:solidFill>
              </a:defRPr>
            </a:pPr>
            <a:r>
              <a:rPr sz="1200" b="1" i="0">
                <a:solidFill>
                  <a:srgbClr val="248D82"/>
                </a:solidFill>
              </a:rPr>
              <a:t>target B</a:t>
            </a:r>
          </a:p>
        </p:txBody>
      </p:sp>
      <p:sp>
        <p:nvSpPr>
          <p:cNvPr id="35" name="controller-note">
            <a:extLst xmlns:a="http://schemas.openxmlformats.org/drawingml/2006/main">
              <a:ext uri="{FF2B5EF4-FFF2-40B4-BE49-F238E27FC236}">
                <a16:creationId xmlns:a16="http://schemas.microsoft.com/office/drawing/2014/main" id="{6206E6AB-6967-41B9-B4F1-6B0BC056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1">
                <a:solidFill>
                  <a:srgbClr val="407A7F"/>
                </a:solidFill>
              </a:defRPr>
            </a:pPr>
            <a:r>
              <a:rPr sz="1200" b="1" i="1">
                <a:solidFill>
                  <a:srgbClr val="407A7F"/>
                </a:solidFill>
              </a:rPr>
              <a:t>same probe + interface</a:t>
            </a:r>
          </a:p>
        </p:txBody>
      </p:sp>
      <p:sp>
        <p:nvSpPr>
          <p:cNvPr id="36" name="preserve-input">
            <a:extLst xmlns:a="http://schemas.openxmlformats.org/drawingml/2006/main">
              <a:ext uri="{FF2B5EF4-FFF2-40B4-BE49-F238E27FC236}">
                <a16:creationId xmlns:a16="http://schemas.microsoft.com/office/drawing/2014/main" id="{DABD8B8A-3A39-4C0E-BCAD-0081DE52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47725"/>
            <a:ext cx="438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37" name="preserve-input-text">
            <a:extLst xmlns:a="http://schemas.openxmlformats.org/drawingml/2006/main">
              <a:ext uri="{FF2B5EF4-FFF2-40B4-BE49-F238E27FC236}">
                <a16:creationId xmlns:a16="http://schemas.microsoft.com/office/drawing/2014/main" id="{C20A37CB-8A75-4F62-BB91-DADEC5C5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66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56D4E"/>
                </a:solidFill>
              </a:defRPr>
            </a:pPr>
            <a:r>
              <a:rPr sz="1575" b="1" i="0">
                <a:solidFill>
                  <a:srgbClr val="E56D4E"/>
                </a:solidFill>
              </a:rPr>
              <a:t>P</a:t>
            </a:r>
          </a:p>
        </p:txBody>
      </p:sp>
      <p:sp>
        <p:nvSpPr>
          <p:cNvPr id="38" name="reevaluate-input">
            <a:extLst xmlns:a="http://schemas.openxmlformats.org/drawingml/2006/main">
              <a:ext uri="{FF2B5EF4-FFF2-40B4-BE49-F238E27FC236}">
                <a16:creationId xmlns:a16="http://schemas.microsoft.com/office/drawing/2014/main" id="{F5017FF6-E5FE-4223-AA0A-CD0FC917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90725"/>
            <a:ext cx="438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39" name="reevaluate-input-text">
            <a:extLst xmlns:a="http://schemas.openxmlformats.org/drawingml/2006/main">
              <a:ext uri="{FF2B5EF4-FFF2-40B4-BE49-F238E27FC236}">
                <a16:creationId xmlns:a16="http://schemas.microsoft.com/office/drawing/2014/main" id="{A48EE38A-823C-4E3F-ABD0-883A209D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09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8D82"/>
                </a:solidFill>
              </a:defRPr>
            </a:pPr>
            <a:r>
              <a:rPr sz="1575" b="1" i="0">
                <a:solidFill>
                  <a:srgbClr val="248D82"/>
                </a:solidFill>
              </a:rPr>
              <a:t>R</a:t>
            </a:r>
          </a:p>
        </p:txBody>
      </p:sp>
      <p:sp>
        <p:nvSpPr>
          <p:cNvPr id="40" name="controller-probe">
            <a:extLst xmlns:a="http://schemas.openxmlformats.org/drawingml/2006/main">
              <a:ext uri="{FF2B5EF4-FFF2-40B4-BE49-F238E27FC236}">
                <a16:creationId xmlns:a16="http://schemas.microsoft.com/office/drawing/2014/main" id="{81E7A139-D6B8-4E5A-AF0E-08C4724C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1123950" cy="11811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41" name="controller-title">
            <a:extLst xmlns:a="http://schemas.openxmlformats.org/drawingml/2006/main">
              <a:ext uri="{FF2B5EF4-FFF2-40B4-BE49-F238E27FC236}">
                <a16:creationId xmlns:a16="http://schemas.microsoft.com/office/drawing/2014/main" id="{6A782173-E5B1-40A8-BF5F-6374C112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811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07A7F"/>
                </a:solidFill>
              </a:defRPr>
            </a:pPr>
            <a:r>
              <a:rPr sz="1200" b="1" i="0">
                <a:solidFill>
                  <a:srgbClr val="407A7F"/>
                </a:solidFill>
              </a:rPr>
              <a:t>PROBE</a:t>
            </a:r>
          </a:p>
        </p:txBody>
      </p:sp>
      <p:sp>
        <p:nvSpPr>
          <p:cNvPr id="42" name="controller-io">
            <a:extLst xmlns:a="http://schemas.openxmlformats.org/drawingml/2006/main">
              <a:ext uri="{FF2B5EF4-FFF2-40B4-BE49-F238E27FC236}">
                <a16:creationId xmlns:a16="http://schemas.microsoft.com/office/drawing/2014/main" id="{7D5FBD9B-FA98-4395-9F4B-393EAE96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763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64A56"/>
                </a:solidFill>
              </a:defRPr>
            </a:pPr>
            <a:r>
              <a:rPr sz="1200" b="1" i="0">
                <a:solidFill>
                  <a:srgbClr val="264A56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1200" b="1" i="0">
                <a:solidFill>
                  <a:srgbClr val="264A56"/>
                </a:solidFill>
              </a:defRPr>
            </a:pPr>
            <a:r>
              <a:rPr sz="1200" b="1" i="0">
                <a:solidFill>
                  <a:srgbClr val="264A56"/>
                </a:solidFill>
              </a:rPr>
              <a:t>-&gt; target ID</a:t>
            </a:r>
          </a:p>
        </p:txBody>
      </p:sp>
      <p:sp>
        <p:nvSpPr>
          <p:cNvPr id="43" name="preserve-output">
            <a:extLst xmlns:a="http://schemas.openxmlformats.org/drawingml/2006/main">
              <a:ext uri="{FF2B5EF4-FFF2-40B4-BE49-F238E27FC236}">
                <a16:creationId xmlns:a16="http://schemas.microsoft.com/office/drawing/2014/main" id="{D1DF3A0D-DC2A-40EF-BF4C-8DF85C96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914400"/>
            <a:ext cx="4572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44" name="preserve-output-text">
            <a:extLst xmlns:a="http://schemas.openxmlformats.org/drawingml/2006/main">
              <a:ext uri="{FF2B5EF4-FFF2-40B4-BE49-F238E27FC236}">
                <a16:creationId xmlns:a16="http://schemas.microsoft.com/office/drawing/2014/main" id="{0948610D-5ACE-4DE6-B610-21F3FCA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923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E56D4E"/>
                </a:solidFill>
              </a:defRPr>
            </a:pPr>
            <a:r>
              <a:rPr sz="1200" b="1" i="0">
                <a:solidFill>
                  <a:srgbClr val="E56D4E"/>
                </a:solidFill>
              </a:rPr>
              <a:t>TP</a:t>
            </a:r>
          </a:p>
        </p:txBody>
      </p:sp>
      <p:sp>
        <p:nvSpPr>
          <p:cNvPr id="45" name="reevaluate-output">
            <a:extLst xmlns:a="http://schemas.openxmlformats.org/drawingml/2006/main">
              <a:ext uri="{FF2B5EF4-FFF2-40B4-BE49-F238E27FC236}">
                <a16:creationId xmlns:a16="http://schemas.microsoft.com/office/drawing/2014/main" id="{050E8F3B-1F8B-43D0-8F36-D4762BA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4572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46" name="reevaluate-output-text">
            <a:extLst xmlns:a="http://schemas.openxmlformats.org/drawingml/2006/main">
              <a:ext uri="{FF2B5EF4-FFF2-40B4-BE49-F238E27FC236}">
                <a16:creationId xmlns:a16="http://schemas.microsoft.com/office/drawing/2014/main" id="{4816C0CF-113B-4379-A032-6F2FBFF5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66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8D82"/>
                </a:solidFill>
              </a:defRPr>
            </a:pPr>
            <a:r>
              <a:rPr sz="1200" b="1" i="0">
                <a:solidFill>
                  <a:srgbClr val="248D82"/>
                </a:solidFill>
              </a:rPr>
              <a:t>TR</a:t>
            </a:r>
          </a:p>
        </p:txBody>
      </p:sp>
      <p:sp>
        <p:nvSpPr>
          <p:cNvPr id="47" name="p-input-anchor">
            <a:extLst xmlns:a="http://schemas.openxmlformats.org/drawingml/2006/main">
              <a:ext uri="{FF2B5EF4-FFF2-40B4-BE49-F238E27FC236}">
                <a16:creationId xmlns:a16="http://schemas.microsoft.com/office/drawing/2014/main" id="{E4DB97B4-5B34-44D9-A764-64C93C8D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047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r-input-anchor">
            <a:extLst xmlns:a="http://schemas.openxmlformats.org/drawingml/2006/main">
              <a:ext uri="{FF2B5EF4-FFF2-40B4-BE49-F238E27FC236}">
                <a16:creationId xmlns:a16="http://schemas.microsoft.com/office/drawing/2014/main" id="{2CE326B2-88B1-4933-B76B-F6502C11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190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p-output-anchor">
            <a:extLst xmlns:a="http://schemas.openxmlformats.org/drawingml/2006/main">
              <a:ext uri="{FF2B5EF4-FFF2-40B4-BE49-F238E27FC236}">
                <a16:creationId xmlns:a16="http://schemas.microsoft.com/office/drawing/2014/main" id="{92233D54-7795-4F87-B790-E72473B1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0668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r-output-anchor">
            <a:extLst xmlns:a="http://schemas.openxmlformats.org/drawingml/2006/main">
              <a:ext uri="{FF2B5EF4-FFF2-40B4-BE49-F238E27FC236}">
                <a16:creationId xmlns:a16="http://schemas.microsoft.com/office/drawing/2014/main" id="{292CA2ED-19DC-4FA1-A27F-D38AE2D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098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5" name=""/>
          <p:cNvCxnSpPr>
            <a:stCxn xmlns:a="http://schemas.openxmlformats.org/drawingml/2006/main" id="36" idx="3"/>
            <a:endCxn xmlns:a="http://schemas.openxmlformats.org/drawingml/2006/main" id="47" idx="2"/>
          </p:cNvCxnSpPr>
          <p:nvPr/>
        </p:nvCxnSpPr>
        <p:spPr>
          <a:xfrm xmlns:a="http://schemas.openxmlformats.org/drawingml/2006/main">
            <a:off x="7524750" y="10572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E56D4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6" name=""/>
          <p:cNvCxnSpPr>
            <a:stCxn xmlns:a="http://schemas.openxmlformats.org/drawingml/2006/main" id="38" idx="3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7524750" y="22002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248D8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27" name=""/>
          <p:cNvCxnSpPr>
            <a:stCxn xmlns:a="http://schemas.openxmlformats.org/drawingml/2006/main" id="49" idx="6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8791575" y="1076325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E56D4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50" idx="6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791575" y="2219325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248D82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55" name="withheld-note">
            <a:extLst xmlns:a="http://schemas.openxmlformats.org/drawingml/2006/main">
              <a:ext uri="{FF2B5EF4-FFF2-40B4-BE49-F238E27FC236}">
                <a16:creationId xmlns:a16="http://schemas.microsoft.com/office/drawing/2014/main" id="{AED6DCAE-135A-47A9-921F-1F0A367F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2890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6747A"/>
                </a:solidFill>
              </a:defRPr>
            </a:pPr>
            <a:r>
              <a:rPr sz="1200" b="1" i="0">
                <a:solidFill>
                  <a:srgbClr val="66747A"/>
                </a:solidFill>
              </a:rPr>
              <a:t>Gold mode and targets withheld</a:t>
            </a:r>
          </a:p>
        </p:txBody>
      </p:sp>
      <p:sp>
        <p:nvSpPr>
          <p:cNvPr id="56" name="pairacc-readout">
            <a:extLst xmlns:a="http://schemas.openxmlformats.org/drawingml/2006/main">
              <a:ext uri="{FF2B5EF4-FFF2-40B4-BE49-F238E27FC236}">
                <a16:creationId xmlns:a16="http://schemas.microsoft.com/office/drawing/2014/main" id="{62EA704F-3680-40E5-A56D-CB86FCDA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"/>
            <a:ext cx="2438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11430">
            <a:solidFill>
              <a:srgbClr val="B8C7C9"/>
            </a:solidFill>
            <a:prstDash val="solid"/>
          </a:ln>
        </p:spPr>
      </p:sp>
      <p:sp>
        <p:nvSpPr>
          <p:cNvPr id="57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A008F743-CF8A-4B2B-B0FE-3E1FF8D9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14350"/>
            <a:ext cx="90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64A56"/>
                </a:solidFill>
              </a:defRPr>
            </a:pPr>
            <a:r>
              <a:rPr sz="1350" b="1" i="0">
                <a:solidFill>
                  <a:srgbClr val="264A56"/>
                </a:solidFill>
              </a:rPr>
              <a:t>PairAcc</a:t>
            </a:r>
          </a:p>
        </p:txBody>
      </p:sp>
      <p:sp>
        <p:nvSpPr>
          <p:cNvPr id="58" name="pairacc-formula">
            <a:extLst xmlns:a="http://schemas.openxmlformats.org/drawingml/2006/main">
              <a:ext uri="{FF2B5EF4-FFF2-40B4-BE49-F238E27FC236}">
                <a16:creationId xmlns:a16="http://schemas.microsoft.com/office/drawing/2014/main" id="{0E6CEC8A-0965-45A4-8DBA-2EC6AD6D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42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07A7F"/>
                </a:solidFill>
              </a:defRPr>
            </a:pPr>
            <a:r>
              <a:rPr sz="1200" b="1" i="0">
                <a:solidFill>
                  <a:srgbClr val="407A7F"/>
                </a:solidFill>
              </a:rPr>
              <a:t>[TP = A] AND [TR = B]</a:t>
            </a:r>
          </a:p>
        </p:txBody>
      </p:sp>
      <p:sp>
        <p:nvSpPr>
          <p:cNvPr id="59" name="pairacc-slice">
            <a:extLst xmlns:a="http://schemas.openxmlformats.org/drawingml/2006/main">
              <a:ext uri="{FF2B5EF4-FFF2-40B4-BE49-F238E27FC236}">
                <a16:creationId xmlns:a16="http://schemas.microsoft.com/office/drawing/2014/main" id="{67C6FB36-F5E5-4E5E-BD90-77E1A91F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9620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7A"/>
                </a:solidFill>
              </a:defRPr>
            </a:pPr>
            <a:r>
              <a:rPr sz="1200" b="0" i="0">
                <a:solidFill>
                  <a:srgbClr val="66747A"/>
                </a:solidFill>
              </a:rPr>
              <a:t>complete changed pairs</a:t>
            </a:r>
          </a:p>
        </p:txBody>
      </p:sp>
      <p:sp>
        <p:nvSpPr>
          <p:cNvPr id="60" name="substitution-readout">
            <a:extLst xmlns:a="http://schemas.openxmlformats.org/drawingml/2006/main">
              <a:ext uri="{FF2B5EF4-FFF2-40B4-BE49-F238E27FC236}">
                <a16:creationId xmlns:a16="http://schemas.microsoft.com/office/drawing/2014/main" id="{684639B9-2A0A-487E-A1CC-9864D1C2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85875"/>
            <a:ext cx="24384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1430">
            <a:solidFill>
              <a:srgbClr val="E56D4E"/>
            </a:solidFill>
            <a:prstDash val="solid"/>
          </a:ln>
        </p:spPr>
      </p:sp>
      <p:sp>
        <p:nvSpPr>
          <p:cNvPr id="61" name="substitution-title">
            <a:extLst xmlns:a="http://schemas.openxmlformats.org/drawingml/2006/main">
              <a:ext uri="{FF2B5EF4-FFF2-40B4-BE49-F238E27FC236}">
                <a16:creationId xmlns:a16="http://schemas.microsoft.com/office/drawing/2014/main" id="{406E2E6F-CE13-4FF2-ACE1-6EF53EC7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3430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56D4E"/>
                </a:solidFill>
              </a:defRPr>
            </a:pPr>
            <a:r>
              <a:rPr sz="1200" b="1" i="0">
                <a:solidFill>
                  <a:srgbClr val="E56D4E"/>
                </a:solidFill>
              </a:rPr>
              <a:t>Conditional substitution</a:t>
            </a:r>
          </a:p>
        </p:txBody>
      </p:sp>
      <p:sp>
        <p:nvSpPr>
          <p:cNvPr id="62" name="substitution-formula">
            <a:extLst xmlns:a="http://schemas.openxmlformats.org/drawingml/2006/main">
              <a:ext uri="{FF2B5EF4-FFF2-40B4-BE49-F238E27FC236}">
                <a16:creationId xmlns:a16="http://schemas.microsoft.com/office/drawing/2014/main" id="{B6A94EC6-5100-40F6-9A6C-814B9B1E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581150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56D4E"/>
                </a:solidFill>
              </a:defRPr>
            </a:pPr>
            <a:r>
              <a:rPr sz="1200" b="1" i="0">
                <a:solidFill>
                  <a:srgbClr val="E56D4E"/>
                </a:solidFill>
              </a:rPr>
              <a:t>A -&gt; refreshed winner B</a:t>
            </a:r>
          </a:p>
        </p:txBody>
      </p:sp>
      <p:sp>
        <p:nvSpPr>
          <p:cNvPr id="63" name="substitution-slice">
            <a:extLst xmlns:a="http://schemas.openxmlformats.org/drawingml/2006/main">
              <a:ext uri="{FF2B5EF4-FFF2-40B4-BE49-F238E27FC236}">
                <a16:creationId xmlns:a16="http://schemas.microsoft.com/office/drawing/2014/main" id="{FB56E281-5A4D-4FE8-9184-164ACEA6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097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7A"/>
                </a:solidFill>
              </a:defRPr>
            </a:pPr>
            <a:r>
              <a:rPr sz="1200" b="0" i="0">
                <a:solidFill>
                  <a:srgbClr val="66747A"/>
                </a:solidFill>
              </a:rPr>
              <a:t>strict eligible Preserve rows</a:t>
            </a:r>
          </a:p>
        </p:txBody>
      </p:sp>
      <p:sp>
        <p:nvSpPr>
          <p:cNvPr id="64" name="execution-readout">
            <a:extLst xmlns:a="http://schemas.openxmlformats.org/drawingml/2006/main">
              <a:ext uri="{FF2B5EF4-FFF2-40B4-BE49-F238E27FC236}">
                <a16:creationId xmlns:a16="http://schemas.microsoft.com/office/drawing/2014/main" id="{99BDD327-A744-4668-BD8F-7D65526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2438400" cy="866775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11430">
            <a:solidFill>
              <a:srgbClr val="60AA84"/>
            </a:solidFill>
            <a:prstDash val="solid"/>
          </a:ln>
        </p:spPr>
      </p:sp>
      <p:sp>
        <p:nvSpPr>
          <p:cNvPr id="65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8D03E780-6BBA-4380-9BA0-C933C75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479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64A56"/>
                </a:solidFill>
              </a:defRPr>
            </a:pPr>
            <a:r>
              <a:rPr sz="1275" b="1" i="0">
                <a:solidFill>
                  <a:srgbClr val="264A56"/>
                </a:solidFill>
              </a:rPr>
              <a:t>Execution subset</a:t>
            </a:r>
          </a:p>
        </p:txBody>
      </p:sp>
      <p:sp>
        <p:nvSpPr>
          <p:cNvPr id="66" name="execution-database">
            <a:extLst xmlns:a="http://schemas.openxmlformats.org/drawingml/2006/main">
              <a:ext uri="{FF2B5EF4-FFF2-40B4-BE49-F238E27FC236}">
                <a16:creationId xmlns:a16="http://schemas.microsoft.com/office/drawing/2014/main" id="{2D2F975D-ECD4-4FA2-B380-358BFDD8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381000" cy="3619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0AA84"/>
            </a:solidFill>
            <a:prstDash val="solid"/>
          </a:ln>
        </p:spPr>
      </p:sp>
      <p:sp>
        <p:nvSpPr>
          <p:cNvPr id="67" name="execution-database-text">
            <a:extLst xmlns:a="http://schemas.openxmlformats.org/drawingml/2006/main">
              <a:ext uri="{FF2B5EF4-FFF2-40B4-BE49-F238E27FC236}">
                <a16:creationId xmlns:a16="http://schemas.microsoft.com/office/drawing/2014/main" id="{A80BF0D8-2811-463F-9EEE-A550934B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431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0AA84"/>
                </a:solidFill>
              </a:defRPr>
            </a:pPr>
            <a:r>
              <a:rPr sz="1200" b="1" i="0">
                <a:solidFill>
                  <a:srgbClr val="60AA84"/>
                </a:solidFill>
              </a:rPr>
              <a:t>ID</a:t>
            </a:r>
          </a:p>
        </p:txBody>
      </p:sp>
      <p:sp>
        <p:nvSpPr>
          <p:cNvPr id="68" name="write-box">
            <a:extLst xmlns:a="http://schemas.openxmlformats.org/drawingml/2006/main">
              <a:ext uri="{FF2B5EF4-FFF2-40B4-BE49-F238E27FC236}">
                <a16:creationId xmlns:a16="http://schemas.microsoft.com/office/drawing/2014/main" id="{AC02F23C-442C-4E7B-A206-323FB1B9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52700"/>
            <a:ext cx="781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ABC6B"/>
            </a:solidFill>
            <a:prstDash val="solid"/>
          </a:ln>
        </p:spPr>
      </p:sp>
      <p:sp>
        <p:nvSpPr>
          <p:cNvPr id="69" name="write-text">
            <a:extLst xmlns:a="http://schemas.openxmlformats.org/drawingml/2006/main">
              <a:ext uri="{FF2B5EF4-FFF2-40B4-BE49-F238E27FC236}">
                <a16:creationId xmlns:a16="http://schemas.microsoft.com/office/drawing/2014/main" id="{0B89D43E-BBBA-46A9-9F7E-2920D336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5622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64A56"/>
                </a:solidFill>
              </a:defRPr>
            </a:pPr>
            <a:r>
              <a:rPr sz="1200" b="1" i="0">
                <a:solidFill>
                  <a:srgbClr val="264A56"/>
                </a:solidFill>
              </a:rPr>
              <a:t>WRITE</a:t>
            </a:r>
          </a:p>
        </p:txBody>
      </p:sp>
      <p:sp>
        <p:nvSpPr>
          <p:cNvPr id="70" name="state-diff-box">
            <a:extLst xmlns:a="http://schemas.openxmlformats.org/drawingml/2006/main">
              <a:ext uri="{FF2B5EF4-FFF2-40B4-BE49-F238E27FC236}">
                <a16:creationId xmlns:a16="http://schemas.microsoft.com/office/drawing/2014/main" id="{86DE2016-6CB9-438E-B694-B24876B0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52700"/>
            <a:ext cx="82867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0AA84"/>
            </a:solidFill>
            <a:prstDash val="solid"/>
          </a:ln>
        </p:spPr>
      </p:sp>
      <p:sp>
        <p:nvSpPr>
          <p:cNvPr id="71" name="state-diff-text">
            <a:extLst xmlns:a="http://schemas.openxmlformats.org/drawingml/2006/main">
              <a:ext uri="{FF2B5EF4-FFF2-40B4-BE49-F238E27FC236}">
                <a16:creationId xmlns:a16="http://schemas.microsoft.com/office/drawing/2014/main" id="{CDE9EA58-0ECF-40A6-8927-37331F4C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5622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0AA84"/>
                </a:solidFill>
              </a:defRPr>
            </a:pPr>
            <a:r>
              <a:rPr sz="1200" b="1" i="0">
                <a:solidFill>
                  <a:srgbClr val="60AA84"/>
                </a:solidFill>
              </a:rPr>
              <a:t>state diff</a:t>
            </a:r>
          </a:p>
        </p:txBody>
      </p:sp>
      <p:cxnSp>
        <p:nvCxnSpPr>
          <p:cNvPr id="146" name=""/>
          <p:cNvCxnSpPr>
            <a:stCxn xmlns:a="http://schemas.openxmlformats.org/drawingml/2006/main" id="66" idx="4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9982200" y="26955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4B87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68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0858500" y="26955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0AA8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4" name="execution-slice">
            <a:extLst xmlns:a="http://schemas.openxmlformats.org/drawingml/2006/main">
              <a:ext uri="{FF2B5EF4-FFF2-40B4-BE49-F238E27FC236}">
                <a16:creationId xmlns:a16="http://schemas.microsoft.com/office/drawing/2014/main" id="{5545776E-8F9A-4D9C-9136-00D2EDEF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670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7A"/>
                </a:solidFill>
              </a:defRPr>
            </a:pPr>
            <a:r>
              <a:rPr sz="1200" b="0" i="0">
                <a:solidFill>
                  <a:srgbClr val="66747A"/>
                </a:solidFill>
              </a:rPr>
              <a:t>executed writes only</a:t>
            </a:r>
          </a:p>
        </p:txBody>
      </p:sp>
    </p:spTree>
    <p:extLst>
      <p:ext uri="{BB962C8B-B14F-4D97-AF65-F5344CB8AC3E}">
        <p14:creationId xmlns:p14="http://schemas.microsoft.com/office/powerpoint/2010/main" val="1572261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2026-07-28T12:52:42.2760000Z</dcterms:created>
  <dcterms:modified xsi:type="dcterms:W3CDTF">2026-07-28T12:52:42.2760000Z</dcterms:modified>
</coreProperties>
</file>