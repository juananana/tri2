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0da6b05eea4ffe" /><Relationship Type="http://schemas.openxmlformats.org/officeDocument/2006/relationships/extended-properties" Target="/docProps/app.xml" Id="R38627a8bd97443e0" /><Relationship Type="http://schemas.openxmlformats.org/officeDocument/2006/relationships/officeDocument" Target="/ppt/presentation.xml" Id="R67eaef21358a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4ffe406a98488d"/>
  </p:sldMasterIdLst>
  <p:notesMasterIdLst>
    <p:notesMasterId xmlns:r="http://schemas.openxmlformats.org/officeDocument/2006/relationships" r:id="R8967e1041b504ff0"/>
  </p:notesMasterIdLst>
  <p:sldIdLst>
    <p:sldId xmlns:r="http://schemas.openxmlformats.org/officeDocument/2006/relationships" id="256" r:id="R26d9c3c46fcb4a39"/>
  </p:sldIdLst>
  <p:sldSz cx="7620000" cy="990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fd6ce2529a427b" /><Relationship Type="http://schemas.openxmlformats.org/officeDocument/2006/relationships/slideMaster" Target="/ppt/slideMasters/slideMaster1.xml" Id="Rc44ffe406a98488d" /><Relationship Type="http://schemas.openxmlformats.org/officeDocument/2006/relationships/notesMaster" Target="/ppt/notesMasters/notesMaster1.xml" Id="R8967e1041b504ff0" /><Relationship Type="http://schemas.openxmlformats.org/officeDocument/2006/relationships/presProps" Target="/ppt/presProps.xml" Id="Ra676f163536d49ef" /><Relationship Type="http://schemas.openxmlformats.org/officeDocument/2006/relationships/tableStyles" Target="/ppt/tableStyles.xml" Id="Rf3d7c5cc835a4127" /><Relationship Type="http://schemas.openxmlformats.org/officeDocument/2006/relationships/slide" Target="/ppt/slides/slide1.xml" Id="R26d9c3c46fcb4a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f9a772dedc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8b3b5c47794e75" /><Relationship Type="http://schemas.openxmlformats.org/officeDocument/2006/relationships/notesMaster" Target="/ppt/notesMasters/notesMaster1.xml" Id="Rfb708874d8f5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173686bae40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ef04755cb4df0" /><Relationship Type="http://schemas.openxmlformats.org/officeDocument/2006/relationships/slideLayout" Target="/ppt/slideLayouts/slideLayout1.xml" Id="Ra4819205f5644c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819205f5644c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b4a46f0804b72" /><Relationship Type="http://schemas.openxmlformats.org/officeDocument/2006/relationships/notesSlide" Target="/ppt/notesSlides/notesSlide1.xml" Id="R93a6d119c0db4d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title">
            <a:extLst xmlns:a="http://schemas.openxmlformats.org/drawingml/2006/main">
              <a:ext uri="{FF2B5EF4-FFF2-40B4-BE49-F238E27FC236}">
                <a16:creationId xmlns:a16="http://schemas.microsoft.com/office/drawing/2014/main" id="{6C0994A2-ED5E-4193-B212-EAC1DD2D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524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timing changes the target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5B9586-62B3-4339-A53D-7383A15F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One refresh, two timing decisions, opposite correct targets</a:t>
            </a:r>
          </a:p>
        </p:txBody>
      </p:sp>
      <p:sp>
        <p:nvSpPr>
          <p:cNvPr id="3" name="shared-label">
            <a:extLst xmlns:a="http://schemas.openxmlformats.org/drawingml/2006/main">
              <a:ext uri="{FF2B5EF4-FFF2-40B4-BE49-F238E27FC236}">
                <a16:creationId xmlns:a16="http://schemas.microsoft.com/office/drawing/2014/main" id="{F608BB09-B90F-4B22-A491-9D9D9285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000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SHARED STATE TRANSITION</a:t>
            </a:r>
          </a:p>
        </p:txBody>
      </p:sp>
      <p:sp>
        <p:nvSpPr>
          <p:cNvPr id="4" name="shared-frame">
            <a:extLst xmlns:a="http://schemas.openxmlformats.org/drawingml/2006/main">
              <a:ext uri="{FF2B5EF4-FFF2-40B4-BE49-F238E27FC236}">
                <a16:creationId xmlns:a16="http://schemas.microsoft.com/office/drawing/2014/main" id="{8275D6A6-A760-4902-B3C5-FD7850B7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23975"/>
            <a:ext cx="72390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4D4F"/>
            </a:solidFill>
            <a:prstDash val="dash"/>
          </a:ln>
        </p:spPr>
      </p:sp>
      <p:sp>
        <p:nvSpPr>
          <p:cNvPr id="5" name="state-a-back2">
            <a:extLst xmlns:a="http://schemas.openxmlformats.org/drawingml/2006/main">
              <a:ext uri="{FF2B5EF4-FFF2-40B4-BE49-F238E27FC236}">
                <a16:creationId xmlns:a16="http://schemas.microsoft.com/office/drawing/2014/main" id="{5BBC9B92-31B7-4300-81BA-72C888AF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853" y="1524000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6" name="state-a-back1">
            <a:extLst xmlns:a="http://schemas.openxmlformats.org/drawingml/2006/main">
              <a:ext uri="{FF2B5EF4-FFF2-40B4-BE49-F238E27FC236}">
                <a16:creationId xmlns:a16="http://schemas.microsoft.com/office/drawing/2014/main" id="{E94E8100-2D90-4205-9729-093242F8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702" y="1586865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tate-a-front">
            <a:extLst xmlns:a="http://schemas.openxmlformats.org/drawingml/2006/main">
              <a:ext uri="{FF2B5EF4-FFF2-40B4-BE49-F238E27FC236}">
                <a16:creationId xmlns:a16="http://schemas.microsoft.com/office/drawing/2014/main" id="{02A47112-CFF8-4458-957F-B724885B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656017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AEBABC"/>
            </a:solidFill>
            <a:prstDash val="solid"/>
          </a:ln>
        </p:spPr>
      </p:sp>
      <p:sp>
        <p:nvSpPr>
          <p:cNvPr id="8" name="state-a-stripe-0">
            <a:extLst xmlns:a="http://schemas.openxmlformats.org/drawingml/2006/main">
              <a:ext uri="{FF2B5EF4-FFF2-40B4-BE49-F238E27FC236}">
                <a16:creationId xmlns:a16="http://schemas.microsoft.com/office/drawing/2014/main" id="{64E4CFEC-C6A6-4732-844E-49428CE1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5696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te-a-stripe-1">
            <a:extLst xmlns:a="http://schemas.openxmlformats.org/drawingml/2006/main">
              <a:ext uri="{FF2B5EF4-FFF2-40B4-BE49-F238E27FC236}">
                <a16:creationId xmlns:a16="http://schemas.microsoft.com/office/drawing/2014/main" id="{BA57D462-4140-40EA-829A-12D81FF4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28853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e-a-stripe-2">
            <a:extLst xmlns:a="http://schemas.openxmlformats.org/drawingml/2006/main">
              <a:ext uri="{FF2B5EF4-FFF2-40B4-BE49-F238E27FC236}">
                <a16:creationId xmlns:a16="http://schemas.microsoft.com/office/drawing/2014/main" id="{F2C92E62-9816-4776-BD73-5E77A958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842010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e-a-stripe-3">
            <a:extLst xmlns:a="http://schemas.openxmlformats.org/drawingml/2006/main">
              <a:ext uri="{FF2B5EF4-FFF2-40B4-BE49-F238E27FC236}">
                <a16:creationId xmlns:a16="http://schemas.microsoft.com/office/drawing/2014/main" id="{FB30C9AF-74BF-4875-8BC9-D0BA5E1E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55167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te-a-stripe-4">
            <a:extLst xmlns:a="http://schemas.openxmlformats.org/drawingml/2006/main">
              <a:ext uri="{FF2B5EF4-FFF2-40B4-BE49-F238E27FC236}">
                <a16:creationId xmlns:a16="http://schemas.microsoft.com/office/drawing/2014/main" id="{F141BA28-E49D-40DE-9F13-E1A0476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68324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te-a-stripe-5">
            <a:extLst xmlns:a="http://schemas.openxmlformats.org/drawingml/2006/main">
              <a:ext uri="{FF2B5EF4-FFF2-40B4-BE49-F238E27FC236}">
                <a16:creationId xmlns:a16="http://schemas.microsoft.com/office/drawing/2014/main" id="{F661AE46-E106-4502-8DFF-A854BBF7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181481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te-a-stripe-6">
            <a:extLst xmlns:a="http://schemas.openxmlformats.org/drawingml/2006/main">
              <a:ext uri="{FF2B5EF4-FFF2-40B4-BE49-F238E27FC236}">
                <a16:creationId xmlns:a16="http://schemas.microsoft.com/office/drawing/2014/main" id="{DB1AFB09-443A-4123-92A0-4A13FD22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94638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e-a-stripe-7">
            <a:extLst xmlns:a="http://schemas.openxmlformats.org/drawingml/2006/main">
              <a:ext uri="{FF2B5EF4-FFF2-40B4-BE49-F238E27FC236}">
                <a16:creationId xmlns:a16="http://schemas.microsoft.com/office/drawing/2014/main" id="{6CCFEE02-84E4-4CF9-A345-512D9B67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07795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e-a-stripe-8">
            <a:extLst xmlns:a="http://schemas.openxmlformats.org/drawingml/2006/main">
              <a:ext uri="{FF2B5EF4-FFF2-40B4-BE49-F238E27FC236}">
                <a16:creationId xmlns:a16="http://schemas.microsoft.com/office/drawing/2014/main" id="{9ED4B12F-3681-4D12-B265-E110EC90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20952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te-a-stripe-9">
            <a:extLst xmlns:a="http://schemas.openxmlformats.org/drawingml/2006/main">
              <a:ext uri="{FF2B5EF4-FFF2-40B4-BE49-F238E27FC236}">
                <a16:creationId xmlns:a16="http://schemas.microsoft.com/office/drawing/2014/main" id="{B45E0BE2-81C9-48FB-9739-8F382566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634109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te-a-fold-left">
            <a:extLst xmlns:a="http://schemas.openxmlformats.org/drawingml/2006/main">
              <a:ext uri="{FF2B5EF4-FFF2-40B4-BE49-F238E27FC236}">
                <a16:creationId xmlns:a16="http://schemas.microsoft.com/office/drawing/2014/main" id="{4A618B37-7BD4-4021-B0D3-A84B08F9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842" y="1769174"/>
            <a:ext cx="546926" cy="377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EBABC"/>
            </a:solidFill>
            <a:prstDash val="solid"/>
          </a:ln>
        </p:spPr>
      </p:sp>
      <p:sp>
        <p:nvSpPr>
          <p:cNvPr id="19" name="state-a-fold-right">
            <a:extLst xmlns:a="http://schemas.openxmlformats.org/drawingml/2006/main">
              <a:ext uri="{FF2B5EF4-FFF2-40B4-BE49-F238E27FC236}">
                <a16:creationId xmlns:a16="http://schemas.microsoft.com/office/drawing/2014/main" id="{032C2F87-82E3-443D-A939-7A621B18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87768" y="1769174"/>
            <a:ext cx="546926" cy="377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EBABC"/>
            </a:solidFill>
            <a:prstDash val="solid"/>
          </a:ln>
        </p:spPr>
      </p:sp>
      <p:sp>
        <p:nvSpPr>
          <p:cNvPr id="20" name="state-a-badge">
            <a:extLst xmlns:a="http://schemas.openxmlformats.org/drawingml/2006/main">
              <a:ext uri="{FF2B5EF4-FFF2-40B4-BE49-F238E27FC236}">
                <a16:creationId xmlns:a16="http://schemas.microsoft.com/office/drawing/2014/main" id="{CE110B19-8C34-4723-8FD1-4747C091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73" y="1832039"/>
            <a:ext cx="377190" cy="377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te-a-label">
            <a:extLst xmlns:a="http://schemas.openxmlformats.org/drawingml/2006/main">
              <a:ext uri="{FF2B5EF4-FFF2-40B4-BE49-F238E27FC236}">
                <a16:creationId xmlns:a16="http://schemas.microsoft.com/office/drawing/2014/main" id="{A5A2A0E5-8B80-4171-B02F-36A7C62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73" y="1844612"/>
            <a:ext cx="3771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8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98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state-b-back2">
            <a:extLst xmlns:a="http://schemas.openxmlformats.org/drawingml/2006/main">
              <a:ext uri="{FF2B5EF4-FFF2-40B4-BE49-F238E27FC236}">
                <a16:creationId xmlns:a16="http://schemas.microsoft.com/office/drawing/2014/main" id="{775E0E9E-7E59-4F82-BD18-E8CF36BF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6153" y="1524000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23" name="state-b-back1">
            <a:extLst xmlns:a="http://schemas.openxmlformats.org/drawingml/2006/main">
              <a:ext uri="{FF2B5EF4-FFF2-40B4-BE49-F238E27FC236}">
                <a16:creationId xmlns:a16="http://schemas.microsoft.com/office/drawing/2014/main" id="{866C4A2C-A616-4A2D-A2A7-743337F3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7002" y="1586865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24" name="state-b-front">
            <a:extLst xmlns:a="http://schemas.openxmlformats.org/drawingml/2006/main">
              <a:ext uri="{FF2B5EF4-FFF2-40B4-BE49-F238E27FC236}">
                <a16:creationId xmlns:a16="http://schemas.microsoft.com/office/drawing/2014/main" id="{3B36CF55-E931-43F4-B60F-36FB084A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1656017"/>
            <a:ext cx="1194435" cy="741807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AEBABC"/>
            </a:solidFill>
            <a:prstDash val="solid"/>
          </a:ln>
        </p:spPr>
      </p:sp>
      <p:sp>
        <p:nvSpPr>
          <p:cNvPr id="25" name="state-b-stripe-0">
            <a:extLst xmlns:a="http://schemas.openxmlformats.org/drawingml/2006/main">
              <a:ext uri="{FF2B5EF4-FFF2-40B4-BE49-F238E27FC236}">
                <a16:creationId xmlns:a16="http://schemas.microsoft.com/office/drawing/2014/main" id="{D30DE339-2EDF-4DCA-B6F9-A07AAACA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82996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te-b-stripe-1">
            <a:extLst xmlns:a="http://schemas.openxmlformats.org/drawingml/2006/main">
              <a:ext uri="{FF2B5EF4-FFF2-40B4-BE49-F238E27FC236}">
                <a16:creationId xmlns:a16="http://schemas.microsoft.com/office/drawing/2014/main" id="{565EA9E0-7F8E-4635-8549-4C34C217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796153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te-b-stripe-2">
            <a:extLst xmlns:a="http://schemas.openxmlformats.org/drawingml/2006/main">
              <a:ext uri="{FF2B5EF4-FFF2-40B4-BE49-F238E27FC236}">
                <a16:creationId xmlns:a16="http://schemas.microsoft.com/office/drawing/2014/main" id="{86925E2D-D277-41B8-90EB-26BE93FB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09310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te-b-stripe-3">
            <a:extLst xmlns:a="http://schemas.openxmlformats.org/drawingml/2006/main">
              <a:ext uri="{FF2B5EF4-FFF2-40B4-BE49-F238E27FC236}">
                <a16:creationId xmlns:a16="http://schemas.microsoft.com/office/drawing/2014/main" id="{C640635D-47CE-420B-B95A-6608898D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022467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ate-b-stripe-4">
            <a:extLst xmlns:a="http://schemas.openxmlformats.org/drawingml/2006/main">
              <a:ext uri="{FF2B5EF4-FFF2-40B4-BE49-F238E27FC236}">
                <a16:creationId xmlns:a16="http://schemas.microsoft.com/office/drawing/2014/main" id="{B9C7131F-C12B-4A5F-A819-A80952F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5624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te-b-stripe-5">
            <a:extLst xmlns:a="http://schemas.openxmlformats.org/drawingml/2006/main">
              <a:ext uri="{FF2B5EF4-FFF2-40B4-BE49-F238E27FC236}">
                <a16:creationId xmlns:a16="http://schemas.microsoft.com/office/drawing/2014/main" id="{1361D260-7D08-47C6-BE2D-4D974D3B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248781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ate-b-stripe-6">
            <a:extLst xmlns:a="http://schemas.openxmlformats.org/drawingml/2006/main">
              <a:ext uri="{FF2B5EF4-FFF2-40B4-BE49-F238E27FC236}">
                <a16:creationId xmlns:a16="http://schemas.microsoft.com/office/drawing/2014/main" id="{53A60825-FC27-45E7-A7ED-3E9EDCFD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61938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ate-b-stripe-7">
            <a:extLst xmlns:a="http://schemas.openxmlformats.org/drawingml/2006/main">
              <a:ext uri="{FF2B5EF4-FFF2-40B4-BE49-F238E27FC236}">
                <a16:creationId xmlns:a16="http://schemas.microsoft.com/office/drawing/2014/main" id="{3329ED0E-E45F-4F41-B7D2-E221D3F8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75095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te-b-stripe-8">
            <a:extLst xmlns:a="http://schemas.openxmlformats.org/drawingml/2006/main">
              <a:ext uri="{FF2B5EF4-FFF2-40B4-BE49-F238E27FC236}">
                <a16:creationId xmlns:a16="http://schemas.microsoft.com/office/drawing/2014/main" id="{2B56B92B-4429-41AA-BAAE-AEFF6D2F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588252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ate-b-stripe-9">
            <a:extLst xmlns:a="http://schemas.openxmlformats.org/drawingml/2006/main">
              <a:ext uri="{FF2B5EF4-FFF2-40B4-BE49-F238E27FC236}">
                <a16:creationId xmlns:a16="http://schemas.microsoft.com/office/drawing/2014/main" id="{FA0AE484-EA93-46DA-B454-009FB196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701409" y="1662303"/>
            <a:ext cx="100584" cy="4400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ate-b-fold-left">
            <a:extLst xmlns:a="http://schemas.openxmlformats.org/drawingml/2006/main">
              <a:ext uri="{FF2B5EF4-FFF2-40B4-BE49-F238E27FC236}">
                <a16:creationId xmlns:a16="http://schemas.microsoft.com/office/drawing/2014/main" id="{99ED6A13-9D6E-4FE4-B38A-0C59DF7D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08142" y="1769174"/>
            <a:ext cx="546926" cy="377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EBABC"/>
            </a:solidFill>
            <a:prstDash val="solid"/>
          </a:ln>
        </p:spPr>
      </p:sp>
      <p:sp>
        <p:nvSpPr>
          <p:cNvPr id="36" name="state-b-fold-right">
            <a:extLst xmlns:a="http://schemas.openxmlformats.org/drawingml/2006/main">
              <a:ext uri="{FF2B5EF4-FFF2-40B4-BE49-F238E27FC236}">
                <a16:creationId xmlns:a16="http://schemas.microsoft.com/office/drawing/2014/main" id="{84451D33-CCEF-4A20-9206-3D8A6F5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255068" y="1769174"/>
            <a:ext cx="546925" cy="377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EBABC"/>
            </a:solidFill>
            <a:prstDash val="solid"/>
          </a:ln>
        </p:spPr>
      </p:sp>
      <p:sp>
        <p:nvSpPr>
          <p:cNvPr id="37" name="state-b-badge">
            <a:extLst xmlns:a="http://schemas.openxmlformats.org/drawingml/2006/main">
              <a:ext uri="{FF2B5EF4-FFF2-40B4-BE49-F238E27FC236}">
                <a16:creationId xmlns:a16="http://schemas.microsoft.com/office/drawing/2014/main" id="{2560BAD0-9CF9-4192-AFD9-AD0034B9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6473" y="1832039"/>
            <a:ext cx="377190" cy="377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te-b-label">
            <a:extLst xmlns:a="http://schemas.openxmlformats.org/drawingml/2006/main">
              <a:ext uri="{FF2B5EF4-FFF2-40B4-BE49-F238E27FC236}">
                <a16:creationId xmlns:a16="http://schemas.microsoft.com/office/drawing/2014/main" id="{A15EC79A-F7A7-499D-9F9B-9B8D4BD6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6473" y="1844612"/>
            <a:ext cx="3771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8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98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9" name="state-a-caption">
            <a:extLst xmlns:a="http://schemas.openxmlformats.org/drawingml/2006/main">
              <a:ext uri="{FF2B5EF4-FFF2-40B4-BE49-F238E27FC236}">
                <a16:creationId xmlns:a16="http://schemas.microsoft.com/office/drawing/2014/main" id="{0CD18C6E-0160-439D-8B18-6B5CDD59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2571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40" name="state-b-caption">
            <a:extLst xmlns:a="http://schemas.openxmlformats.org/drawingml/2006/main">
              <a:ext uri="{FF2B5EF4-FFF2-40B4-BE49-F238E27FC236}">
                <a16:creationId xmlns:a16="http://schemas.microsoft.com/office/drawing/2014/main" id="{EF9F5ADB-B995-4D3F-B0DD-4300F818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2571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41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572DB226-CF03-4888-8241-2A25FE93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16478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42" name="refresh-arrow">
            <a:extLst xmlns:a="http://schemas.openxmlformats.org/drawingml/2006/main">
              <a:ext uri="{FF2B5EF4-FFF2-40B4-BE49-F238E27FC236}">
                <a16:creationId xmlns:a16="http://schemas.microsoft.com/office/drawing/2014/main" id="{84A7AC03-6E19-4DD4-8A22-C558AB15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2009775"/>
            <a:ext cx="1619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emory-strip">
            <a:extLst xmlns:a="http://schemas.openxmlformats.org/drawingml/2006/main">
              <a:ext uri="{FF2B5EF4-FFF2-40B4-BE49-F238E27FC236}">
                <a16:creationId xmlns:a16="http://schemas.microsoft.com/office/drawing/2014/main" id="{A5DD473F-5E14-4599-B92A-7535ED21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3124200"/>
            <a:ext cx="5410200" cy="409575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F3FAF9"/>
          </a:solidFill>
          <a:ln xmlns:a="http://schemas.openxmlformats.org/drawingml/2006/main" w="19050">
            <a:solidFill>
              <a:srgbClr val="7FB4BA"/>
            </a:solidFill>
            <a:prstDash val="solid"/>
          </a:ln>
        </p:spPr>
      </p:sp>
      <p:sp>
        <p:nvSpPr>
          <p:cNvPr id="44" name="memory-strip-text">
            <a:extLst xmlns:a="http://schemas.openxmlformats.org/drawingml/2006/main">
              <a:ext uri="{FF2B5EF4-FFF2-40B4-BE49-F238E27FC236}">
                <a16:creationId xmlns:a16="http://schemas.microsoft.com/office/drawing/2014/main" id="{CFA47A51-5793-4FC4-9377-DCAB7446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1908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retains A before refresh and B after refresh</a:t>
            </a:r>
          </a:p>
        </p:txBody>
      </p:sp>
      <p:sp>
        <p:nvSpPr>
          <p:cNvPr id="45" name="preserve-accent">
            <a:extLst xmlns:a="http://schemas.openxmlformats.org/drawingml/2006/main">
              <a:ext uri="{FF2B5EF4-FFF2-40B4-BE49-F238E27FC236}">
                <a16:creationId xmlns:a16="http://schemas.microsoft.com/office/drawing/2014/main" id="{B92D1AFA-0ED0-4211-8803-11343A0B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3752850"/>
            <a:ext cx="0" cy="2276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BD4E4A"/>
            </a:solidFill>
            <a:prstDash val="solid"/>
          </a:ln>
        </p:spPr>
      </p:sp>
      <p:sp>
        <p:nvSpPr>
          <p:cNvPr id="46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CD701F89-8A13-4CA4-AD10-60308FD3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36671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#1  PRESERVE</a:t>
            </a:r>
          </a:p>
        </p:txBody>
      </p:sp>
      <p:sp>
        <p:nvSpPr>
          <p:cNvPr id="47" name="preserve-instruction">
            <a:extLst xmlns:a="http://schemas.openxmlformats.org/drawingml/2006/main">
              <a:ext uri="{FF2B5EF4-FFF2-40B4-BE49-F238E27FC236}">
                <a16:creationId xmlns:a16="http://schemas.microsoft.com/office/drawing/2014/main" id="{8D283544-4DE0-40D9-A369-B9A7704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4010025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5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48" name="preserve-it">
            <a:extLst xmlns:a="http://schemas.openxmlformats.org/drawingml/2006/main">
              <a:ext uri="{FF2B5EF4-FFF2-40B4-BE49-F238E27FC236}">
                <a16:creationId xmlns:a16="http://schemas.microsoft.com/office/drawing/2014/main" id="{8E3DC3B9-B28A-40EA-A403-21B97C1A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762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49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F07EF3CA-CF03-4642-8C92-7FF9DBCC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7720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50" name="preserve-arrow-a">
            <a:extLst xmlns:a="http://schemas.openxmlformats.org/drawingml/2006/main">
              <a:ext uri="{FF2B5EF4-FFF2-40B4-BE49-F238E27FC236}">
                <a16:creationId xmlns:a16="http://schemas.microsoft.com/office/drawing/2014/main" id="{E9E190AE-1816-42B1-A944-D94C8745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" y="4895850"/>
            <a:ext cx="581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E9BA46EA-A3C6-473C-9736-AAACA9B0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6905" y="4705350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52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C7DA75F3-BBCE-43D3-8F34-7C6F474B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4043" y="4893945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53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94FE945A-853C-4852-87F8-5B041B2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8348" y="497109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022ADB36-D210-42D6-B6E7-CD66C70D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4065" y="5031105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reserve-arrow-b">
            <a:extLst xmlns:a="http://schemas.openxmlformats.org/drawingml/2006/main">
              <a:ext uri="{FF2B5EF4-FFF2-40B4-BE49-F238E27FC236}">
                <a16:creationId xmlns:a16="http://schemas.microsoft.com/office/drawing/2014/main" id="{DD207DD8-B23A-4E28-B90A-BAE22B91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48958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reserve-target-circle">
            <a:extLst xmlns:a="http://schemas.openxmlformats.org/drawingml/2006/main">
              <a:ext uri="{FF2B5EF4-FFF2-40B4-BE49-F238E27FC236}">
                <a16:creationId xmlns:a16="http://schemas.microsoft.com/office/drawing/2014/main" id="{95678315-C562-46FF-AECD-2344E1CE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4762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57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BAC89FE9-D88E-4B6B-8BE7-1B8BC449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47720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8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EBF0C1FA-8B20-42EF-902B-64A06F58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3149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59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3AC71E26-94A1-4C9E-B1BF-A3429A81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6292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60" name="preserve-failure-from-circle">
            <a:extLst xmlns:a="http://schemas.openxmlformats.org/drawingml/2006/main">
              <a:ext uri="{FF2B5EF4-FFF2-40B4-BE49-F238E27FC236}">
                <a16:creationId xmlns:a16="http://schemas.microsoft.com/office/drawing/2014/main" id="{768DD9DE-D286-4196-BBDC-211C1057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61" name="preserve-failure-from-label">
            <a:extLst xmlns:a="http://schemas.openxmlformats.org/drawingml/2006/main">
              <a:ext uri="{FF2B5EF4-FFF2-40B4-BE49-F238E27FC236}">
                <a16:creationId xmlns:a16="http://schemas.microsoft.com/office/drawing/2014/main" id="{63A061BC-507F-46A6-956D-287924CA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47720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2" name="preserve-failure-arrow">
            <a:extLst xmlns:a="http://schemas.openxmlformats.org/drawingml/2006/main">
              <a:ext uri="{FF2B5EF4-FFF2-40B4-BE49-F238E27FC236}">
                <a16:creationId xmlns:a16="http://schemas.microsoft.com/office/drawing/2014/main" id="{2B17E050-86EA-42F6-9868-28861D3B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89585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reserve-failure-to-circle">
            <a:extLst xmlns:a="http://schemas.openxmlformats.org/drawingml/2006/main">
              <a:ext uri="{FF2B5EF4-FFF2-40B4-BE49-F238E27FC236}">
                <a16:creationId xmlns:a16="http://schemas.microsoft.com/office/drawing/2014/main" id="{1200240D-2C1E-4223-B02D-694BD472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64" name="preserve-failure-to-label">
            <a:extLst xmlns:a="http://schemas.openxmlformats.org/drawingml/2006/main">
              <a:ext uri="{FF2B5EF4-FFF2-40B4-BE49-F238E27FC236}">
                <a16:creationId xmlns:a16="http://schemas.microsoft.com/office/drawing/2014/main" id="{6AF8C8D3-9A48-4A50-BBAE-E9515B11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7720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5" name="preserve-failure-text">
            <a:extLst xmlns:a="http://schemas.openxmlformats.org/drawingml/2006/main">
              <a:ext uri="{FF2B5EF4-FFF2-40B4-BE49-F238E27FC236}">
                <a16:creationId xmlns:a16="http://schemas.microsoft.com/office/drawing/2014/main" id="{019715F9-AB98-4767-869D-925D9C3A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472440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3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re-resolution</a:t>
            </a:r>
          </a:p>
        </p:txBody>
      </p:sp>
      <p:sp>
        <p:nvSpPr>
          <p:cNvPr id="66" name="lane-divider">
            <a:extLst xmlns:a="http://schemas.openxmlformats.org/drawingml/2006/main">
              <a:ext uri="{FF2B5EF4-FFF2-40B4-BE49-F238E27FC236}">
                <a16:creationId xmlns:a16="http://schemas.microsoft.com/office/drawing/2014/main" id="{801A316C-997E-4354-911B-A013E775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61912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ED"/>
            </a:solidFill>
            <a:prstDash val="solid"/>
          </a:ln>
        </p:spPr>
      </p:sp>
      <p:sp>
        <p:nvSpPr>
          <p:cNvPr id="67" name="reevaluate-accent">
            <a:extLst xmlns:a="http://schemas.openxmlformats.org/drawingml/2006/main">
              <a:ext uri="{FF2B5EF4-FFF2-40B4-BE49-F238E27FC236}">
                <a16:creationId xmlns:a16="http://schemas.microsoft.com/office/drawing/2014/main" id="{CC7B46C7-B13D-4840-BCD8-2FD8C4BD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6391275"/>
            <a:ext cx="0" cy="2409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78681"/>
            </a:solidFill>
            <a:prstDash val="solid"/>
          </a:ln>
        </p:spPr>
      </p:sp>
      <p:sp>
        <p:nvSpPr>
          <p:cNvPr id="68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55C2F51C-169B-47A6-AE31-88C8AAE9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6305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#2  REEVALUATE</a:t>
            </a:r>
          </a:p>
        </p:txBody>
      </p:sp>
      <p:sp>
        <p:nvSpPr>
          <p:cNvPr id="69" name="reevaluate-instruction">
            <a:extLst xmlns:a="http://schemas.openxmlformats.org/drawingml/2006/main">
              <a:ext uri="{FF2B5EF4-FFF2-40B4-BE49-F238E27FC236}">
                <a16:creationId xmlns:a16="http://schemas.microsoft.com/office/drawing/2014/main" id="{09FFE046-A33E-4E05-94DA-4E565D5C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6657975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5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70" name="unresolved-label">
            <a:extLst xmlns:a="http://schemas.openxmlformats.org/drawingml/2006/main">
              <a:ext uri="{FF2B5EF4-FFF2-40B4-BE49-F238E27FC236}">
                <a16:creationId xmlns:a16="http://schemas.microsoft.com/office/drawing/2014/main" id="{B944DC36-E919-43C4-855B-4F741B7B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72961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BEFORE REFRESH</a:t>
            </a:r>
          </a:p>
        </p:txBody>
      </p:sp>
      <p:sp>
        <p:nvSpPr>
          <p:cNvPr id="71" name="unresolved-it">
            <a:extLst xmlns:a="http://schemas.openxmlformats.org/drawingml/2006/main">
              <a:ext uri="{FF2B5EF4-FFF2-40B4-BE49-F238E27FC236}">
                <a16:creationId xmlns:a16="http://schemas.microsoft.com/office/drawing/2014/main" id="{55CF0596-D565-4422-A195-06A7CEF2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7562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2" name="unresolved-dash">
            <a:extLst xmlns:a="http://schemas.openxmlformats.org/drawingml/2006/main">
              <a:ext uri="{FF2B5EF4-FFF2-40B4-BE49-F238E27FC236}">
                <a16:creationId xmlns:a16="http://schemas.microsoft.com/office/drawing/2014/main" id="{781B1386-106F-408D-BF1A-78ED9641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3475" y="76962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4BA"/>
            </a:solidFill>
            <a:prstDash val="dash"/>
          </a:ln>
        </p:spPr>
      </p:sp>
      <p:sp>
        <p:nvSpPr>
          <p:cNvPr id="73" name="unresolved-arrow">
            <a:extLst xmlns:a="http://schemas.openxmlformats.org/drawingml/2006/main">
              <a:ext uri="{FF2B5EF4-FFF2-40B4-BE49-F238E27FC236}">
                <a16:creationId xmlns:a16="http://schemas.microsoft.com/office/drawing/2014/main" id="{0258375D-4853-4A8F-99C2-CC9CC183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76390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unresolved-q">
            <a:extLst xmlns:a="http://schemas.openxmlformats.org/drawingml/2006/main">
              <a:ext uri="{FF2B5EF4-FFF2-40B4-BE49-F238E27FC236}">
                <a16:creationId xmlns:a16="http://schemas.microsoft.com/office/drawing/2014/main" id="{73F317FB-14D1-4445-A890-2C3A9BCD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7562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5" name="after-label">
            <a:extLst xmlns:a="http://schemas.openxmlformats.org/drawingml/2006/main">
              <a:ext uri="{FF2B5EF4-FFF2-40B4-BE49-F238E27FC236}">
                <a16:creationId xmlns:a16="http://schemas.microsoft.com/office/drawing/2014/main" id="{BF71AAA2-2228-4981-B0E8-E3E4D8AA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78771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AFTER REFRESH</a:t>
            </a:r>
          </a:p>
        </p:txBody>
      </p:sp>
      <p:sp>
        <p:nvSpPr>
          <p:cNvPr id="76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17A47B68-C7A0-4FB9-A44C-685F6DF5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153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77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9F658417-65C9-4E3B-898D-5DD2BA3F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1629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8" name="reevaluate-arrow-a">
            <a:extLst xmlns:a="http://schemas.openxmlformats.org/drawingml/2006/main">
              <a:ext uri="{FF2B5EF4-FFF2-40B4-BE49-F238E27FC236}">
                <a16:creationId xmlns:a16="http://schemas.microsoft.com/office/drawing/2014/main" id="{F68248C9-97EF-41C9-9D17-CF2B4ECD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8277225"/>
            <a:ext cx="51435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C57982A4-90DC-4786-85A9-89B4221E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8175879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31">
            <a:solidFill>
              <a:srgbClr val="278681"/>
            </a:solidFill>
            <a:prstDash val="solid"/>
          </a:ln>
        </p:spPr>
      </p:sp>
      <p:sp>
        <p:nvSpPr>
          <p:cNvPr id="80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C2CD7E40-8F13-418F-A90D-C935987F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8512683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31">
            <a:solidFill>
              <a:srgbClr val="278681"/>
            </a:solidFill>
            <a:prstDash val="solid"/>
          </a:ln>
        </p:spPr>
      </p:sp>
      <p:sp>
        <p:nvSpPr>
          <p:cNvPr id="81" name="reevaluate-hourglass-left">
            <a:extLst xmlns:a="http://schemas.openxmlformats.org/drawingml/2006/main">
              <a:ext uri="{FF2B5EF4-FFF2-40B4-BE49-F238E27FC236}">
                <a16:creationId xmlns:a16="http://schemas.microsoft.com/office/drawing/2014/main" id="{13CA1D28-F96E-481F-B0FF-32EA4186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59839" y="8214741"/>
            <a:ext cx="220218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78681"/>
            </a:solidFill>
            <a:prstDash val="solid"/>
          </a:ln>
        </p:spPr>
      </p:sp>
      <p:sp>
        <p:nvSpPr>
          <p:cNvPr id="82" name="reevaluate-hourglass-right">
            <a:extLst xmlns:a="http://schemas.openxmlformats.org/drawingml/2006/main">
              <a:ext uri="{FF2B5EF4-FFF2-40B4-BE49-F238E27FC236}">
                <a16:creationId xmlns:a16="http://schemas.microsoft.com/office/drawing/2014/main" id="{9C15481F-9504-45BA-8D18-C7638351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59839" y="8214741"/>
            <a:ext cx="220218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78681"/>
            </a:solidFill>
            <a:prstDash val="solid"/>
          </a:ln>
        </p:spPr>
      </p:sp>
      <p:sp>
        <p:nvSpPr>
          <p:cNvPr id="83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F52782BF-1618-4F86-8D57-E29ABBA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8132" y="8227695"/>
            <a:ext cx="103632" cy="8420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6E22F9C7-C3D4-4306-8243-9FA88952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811655" y="8396097"/>
            <a:ext cx="116586" cy="7772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reevaluate-arrow-b">
            <a:extLst xmlns:a="http://schemas.openxmlformats.org/drawingml/2006/main">
              <a:ext uri="{FF2B5EF4-FFF2-40B4-BE49-F238E27FC236}">
                <a16:creationId xmlns:a16="http://schemas.microsoft.com/office/drawing/2014/main" id="{756C72A6-1633-4ECB-95AB-C40B924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8277225"/>
            <a:ext cx="43815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reevaluate-target-circle">
            <a:extLst xmlns:a="http://schemas.openxmlformats.org/drawingml/2006/main">
              <a:ext uri="{FF2B5EF4-FFF2-40B4-BE49-F238E27FC236}">
                <a16:creationId xmlns:a16="http://schemas.microsoft.com/office/drawing/2014/main" id="{4A81CE47-D2B8-4149-AE28-E16543F4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8143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87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D04B8E1A-B980-4BBC-8041-725C273D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81534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8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02D5DCA8-6D31-445C-8933-0B2CC22A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86391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003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89" name="reevaluate-failure-from-circle">
            <a:extLst xmlns:a="http://schemas.openxmlformats.org/drawingml/2006/main">
              <a:ext uri="{FF2B5EF4-FFF2-40B4-BE49-F238E27FC236}">
                <a16:creationId xmlns:a16="http://schemas.microsoft.com/office/drawing/2014/main" id="{3178853A-76FF-47D0-B113-A5E3CEC5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8143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0" name="reevaluate-failure-from-label">
            <a:extLst xmlns:a="http://schemas.openxmlformats.org/drawingml/2006/main">
              <a:ext uri="{FF2B5EF4-FFF2-40B4-BE49-F238E27FC236}">
                <a16:creationId xmlns:a16="http://schemas.microsoft.com/office/drawing/2014/main" id="{F840609A-0F3E-4615-B4D4-711B10F2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81534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1" name="reevaluate-failure-arrow">
            <a:extLst xmlns:a="http://schemas.openxmlformats.org/drawingml/2006/main">
              <a:ext uri="{FF2B5EF4-FFF2-40B4-BE49-F238E27FC236}">
                <a16:creationId xmlns:a16="http://schemas.microsoft.com/office/drawing/2014/main" id="{4D3911FF-BAD8-4E88-8537-EA508268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82772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reevaluate-failure-to-circle">
            <a:extLst xmlns:a="http://schemas.openxmlformats.org/drawingml/2006/main">
              <a:ext uri="{FF2B5EF4-FFF2-40B4-BE49-F238E27FC236}">
                <a16:creationId xmlns:a16="http://schemas.microsoft.com/office/drawing/2014/main" id="{64F28686-31E2-4420-98BE-38FFDB3B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8143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3" name="reevaluate-failure-to-label">
            <a:extLst xmlns:a="http://schemas.openxmlformats.org/drawingml/2006/main">
              <a:ext uri="{FF2B5EF4-FFF2-40B4-BE49-F238E27FC236}">
                <a16:creationId xmlns:a16="http://schemas.microsoft.com/office/drawing/2014/main" id="{6BE1FDA1-C73B-41A2-9E78-F0F2B5E9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81534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4" name="reevaluate-failure-text">
            <a:extLst xmlns:a="http://schemas.openxmlformats.org/drawingml/2006/main">
              <a:ext uri="{FF2B5EF4-FFF2-40B4-BE49-F238E27FC236}">
                <a16:creationId xmlns:a16="http://schemas.microsoft.com/office/drawing/2014/main" id="{9B011D2D-6E77-4BC5-9ED5-4F9C1577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8105775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3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early lock</a:t>
            </a:r>
          </a:p>
        </p:txBody>
      </p:sp>
      <p:sp>
        <p:nvSpPr>
          <p:cNvPr id="9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B2BF72-4141-4AC3-9C0C-F87D112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905827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96" name="footer">
            <a:extLst xmlns:a="http://schemas.openxmlformats.org/drawingml/2006/main">
              <a:ext uri="{FF2B5EF4-FFF2-40B4-BE49-F238E27FC236}">
                <a16:creationId xmlns:a16="http://schemas.microsoft.com/office/drawing/2014/main" id="{B10929FD-1C24-415B-9038-E5C9AA21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91916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PairAcc requires both A and B to be correct</a:t>
            </a:r>
          </a:p>
        </p:txBody>
      </p:sp>
    </p:spTree>
    <p:extLst>
      <p:ext uri="{BB962C8B-B14F-4D97-AF65-F5344CB8AC3E}">
        <p14:creationId xmlns:p14="http://schemas.microsoft.com/office/powerpoint/2010/main" val="976078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2026-07-28T08:42:22.2830000Z</dcterms:created>
  <dcterms:modified xsi:type="dcterms:W3CDTF">2026-07-28T08:42:22.2830000Z</dcterms:modified>
</coreProperties>
</file>