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7af89ec6614942" /><Relationship Type="http://schemas.openxmlformats.org/officeDocument/2006/relationships/extended-properties" Target="/docProps/app.xml" Id="Ra25defd482fb4ea0" /><Relationship Type="http://schemas.openxmlformats.org/officeDocument/2006/relationships/officeDocument" Target="/ppt/presentation.xml" Id="R8938dbaefcbd41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be2b5bdcf74d77"/>
  </p:sldMasterIdLst>
  <p:notesMasterIdLst>
    <p:notesMasterId xmlns:r="http://schemas.openxmlformats.org/officeDocument/2006/relationships" r:id="R05b2b056aa654044"/>
  </p:notesMasterIdLst>
  <p:sldIdLst>
    <p:sldId xmlns:r="http://schemas.openxmlformats.org/officeDocument/2006/relationships" id="256" r:id="R224a65a159824ff1"/>
  </p:sldIdLst>
  <p:sldSz cx="7620000" cy="990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7062f55a234194" /><Relationship Type="http://schemas.openxmlformats.org/officeDocument/2006/relationships/slideMaster" Target="/ppt/slideMasters/slideMaster1.xml" Id="R55be2b5bdcf74d77" /><Relationship Type="http://schemas.openxmlformats.org/officeDocument/2006/relationships/notesMaster" Target="/ppt/notesMasters/notesMaster1.xml" Id="R05b2b056aa654044" /><Relationship Type="http://schemas.openxmlformats.org/officeDocument/2006/relationships/presProps" Target="/ppt/presProps.xml" Id="Ra88d86c31afe4b76" /><Relationship Type="http://schemas.openxmlformats.org/officeDocument/2006/relationships/tableStyles" Target="/ppt/tableStyles.xml" Id="R58c4817d3d454863" /><Relationship Type="http://schemas.openxmlformats.org/officeDocument/2006/relationships/slide" Target="/ppt/slides/slide1.xml" Id="R224a65a159824f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8aeb795e7241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46a00a247346e0" /><Relationship Type="http://schemas.openxmlformats.org/officeDocument/2006/relationships/notesMaster" Target="/ppt/notesMasters/notesMaster1.xml" Id="Rdd8f7a09c2bf44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20fba4230441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9f8684dde64a23" /><Relationship Type="http://schemas.openxmlformats.org/officeDocument/2006/relationships/slideLayout" Target="/ppt/slideLayouts/slideLayout1.xml" Id="R648143badf9f4d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8143badf9f4d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e29755f4854565" /><Relationship Type="http://schemas.openxmlformats.org/officeDocument/2006/relationships/notesSlide" Target="/ppt/notesSlides/notesSlide1.xml" Id="R2d504723f2c34e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title">
            <a:extLst xmlns:a="http://schemas.openxmlformats.org/drawingml/2006/main">
              <a:ext uri="{FF2B5EF4-FFF2-40B4-BE49-F238E27FC236}">
                <a16:creationId xmlns:a16="http://schemas.microsoft.com/office/drawing/2014/main" id="{83C8C904-3635-4003-9868-6091F168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" y="1524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Resolution timing changes the target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9AD0D65-0E57-43A1-ADB9-A7D8F56D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One refresh, two timing decisions, opposite correct targets</a:t>
            </a:r>
          </a:p>
        </p:txBody>
      </p:sp>
      <p:sp>
        <p:nvSpPr>
          <p:cNvPr id="3" name="shared-label">
            <a:extLst xmlns:a="http://schemas.openxmlformats.org/drawingml/2006/main">
              <a:ext uri="{FF2B5EF4-FFF2-40B4-BE49-F238E27FC236}">
                <a16:creationId xmlns:a16="http://schemas.microsoft.com/office/drawing/2014/main" id="{0F70A970-86EA-429F-93CF-F7B9BD46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" y="100012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SHARED STATE TRANSITION</a:t>
            </a:r>
          </a:p>
        </p:txBody>
      </p:sp>
      <p:sp>
        <p:nvSpPr>
          <p:cNvPr id="4" name="shared-frame">
            <a:extLst xmlns:a="http://schemas.openxmlformats.org/drawingml/2006/main">
              <a:ext uri="{FF2B5EF4-FFF2-40B4-BE49-F238E27FC236}">
                <a16:creationId xmlns:a16="http://schemas.microsoft.com/office/drawing/2014/main" id="{6E7B2921-F8C6-4481-BA79-8A0A035D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323975"/>
            <a:ext cx="72390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B4D4F"/>
            </a:solidFill>
            <a:prstDash val="dash"/>
          </a:ln>
        </p:spPr>
      </p:sp>
      <p:sp>
        <p:nvSpPr>
          <p:cNvPr id="5" name="state-a-back2">
            <a:extLst xmlns:a="http://schemas.openxmlformats.org/drawingml/2006/main">
              <a:ext uri="{FF2B5EF4-FFF2-40B4-BE49-F238E27FC236}">
                <a16:creationId xmlns:a16="http://schemas.microsoft.com/office/drawing/2014/main" id="{470FD3AB-FB5B-4B57-86E3-94CFD098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853" y="1524000"/>
            <a:ext cx="1194435" cy="741807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6" name="state-a-back1">
            <a:extLst xmlns:a="http://schemas.openxmlformats.org/drawingml/2006/main">
              <a:ext uri="{FF2B5EF4-FFF2-40B4-BE49-F238E27FC236}">
                <a16:creationId xmlns:a16="http://schemas.microsoft.com/office/drawing/2014/main" id="{E3D01EE0-E1B7-4684-9454-91C6243A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702" y="1586865"/>
            <a:ext cx="1194435" cy="741807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7" name="state-a-front">
            <a:extLst xmlns:a="http://schemas.openxmlformats.org/drawingml/2006/main">
              <a:ext uri="{FF2B5EF4-FFF2-40B4-BE49-F238E27FC236}">
                <a16:creationId xmlns:a16="http://schemas.microsoft.com/office/drawing/2014/main" id="{80627B14-82DA-4A75-95D8-17704215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1656017"/>
            <a:ext cx="1194435" cy="741807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1908">
            <a:solidFill>
              <a:srgbClr val="AEBABC"/>
            </a:solidFill>
            <a:prstDash val="solid"/>
          </a:ln>
        </p:spPr>
      </p:sp>
      <p:sp>
        <p:nvSpPr>
          <p:cNvPr id="8" name="state-a-stripe-0">
            <a:extLst xmlns:a="http://schemas.openxmlformats.org/drawingml/2006/main">
              <a:ext uri="{FF2B5EF4-FFF2-40B4-BE49-F238E27FC236}">
                <a16:creationId xmlns:a16="http://schemas.microsoft.com/office/drawing/2014/main" id="{87B304A2-0659-415D-8BA0-1B6E6F5D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15696" y="1662303"/>
            <a:ext cx="100584" cy="44006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ate-a-stripe-1">
            <a:extLst xmlns:a="http://schemas.openxmlformats.org/drawingml/2006/main">
              <a:ext uri="{FF2B5EF4-FFF2-40B4-BE49-F238E27FC236}">
                <a16:creationId xmlns:a16="http://schemas.microsoft.com/office/drawing/2014/main" id="{7A314F2A-15BE-4FAE-BB57-8ECB01A0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28853" y="1662303"/>
            <a:ext cx="100584" cy="44006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ate-a-stripe-2">
            <a:extLst xmlns:a="http://schemas.openxmlformats.org/drawingml/2006/main">
              <a:ext uri="{FF2B5EF4-FFF2-40B4-BE49-F238E27FC236}">
                <a16:creationId xmlns:a16="http://schemas.microsoft.com/office/drawing/2014/main" id="{4F399F3C-2596-466B-A7BC-386B05F3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842010" y="1662303"/>
            <a:ext cx="100584" cy="44006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ate-a-stripe-3">
            <a:extLst xmlns:a="http://schemas.openxmlformats.org/drawingml/2006/main">
              <a:ext uri="{FF2B5EF4-FFF2-40B4-BE49-F238E27FC236}">
                <a16:creationId xmlns:a16="http://schemas.microsoft.com/office/drawing/2014/main" id="{2CAF2D28-19B9-4573-A494-B8A7FA7C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955167" y="1662303"/>
            <a:ext cx="100584" cy="44006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ate-a-stripe-4">
            <a:extLst xmlns:a="http://schemas.openxmlformats.org/drawingml/2006/main">
              <a:ext uri="{FF2B5EF4-FFF2-40B4-BE49-F238E27FC236}">
                <a16:creationId xmlns:a16="http://schemas.microsoft.com/office/drawing/2014/main" id="{D76434FA-0CE9-4370-B178-5EC09955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068324" y="1662303"/>
            <a:ext cx="100584" cy="44006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ate-a-stripe-5">
            <a:extLst xmlns:a="http://schemas.openxmlformats.org/drawingml/2006/main">
              <a:ext uri="{FF2B5EF4-FFF2-40B4-BE49-F238E27FC236}">
                <a16:creationId xmlns:a16="http://schemas.microsoft.com/office/drawing/2014/main" id="{D2780FE8-5757-4246-BD80-996D23A9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181481" y="1662303"/>
            <a:ext cx="100584" cy="44006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ate-a-stripe-6">
            <a:extLst xmlns:a="http://schemas.openxmlformats.org/drawingml/2006/main">
              <a:ext uri="{FF2B5EF4-FFF2-40B4-BE49-F238E27FC236}">
                <a16:creationId xmlns:a16="http://schemas.microsoft.com/office/drawing/2014/main" id="{DD48C4DE-2792-4B18-89B6-61B6B246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294638" y="1662303"/>
            <a:ext cx="100584" cy="44006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ate-a-stripe-7">
            <a:extLst xmlns:a="http://schemas.openxmlformats.org/drawingml/2006/main">
              <a:ext uri="{FF2B5EF4-FFF2-40B4-BE49-F238E27FC236}">
                <a16:creationId xmlns:a16="http://schemas.microsoft.com/office/drawing/2014/main" id="{3198D57F-EBEF-4179-A265-00AAE6CA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407795" y="1662303"/>
            <a:ext cx="100584" cy="44006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ate-a-stripe-8">
            <a:extLst xmlns:a="http://schemas.openxmlformats.org/drawingml/2006/main">
              <a:ext uri="{FF2B5EF4-FFF2-40B4-BE49-F238E27FC236}">
                <a16:creationId xmlns:a16="http://schemas.microsoft.com/office/drawing/2014/main" id="{66B16E7B-0C59-4721-8AA9-8F4C3712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520952" y="1662303"/>
            <a:ext cx="100584" cy="44006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ate-a-stripe-9">
            <a:extLst xmlns:a="http://schemas.openxmlformats.org/drawingml/2006/main">
              <a:ext uri="{FF2B5EF4-FFF2-40B4-BE49-F238E27FC236}">
                <a16:creationId xmlns:a16="http://schemas.microsoft.com/office/drawing/2014/main" id="{40B1CCE6-EF97-41C8-B013-71684D16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634109" y="1662303"/>
            <a:ext cx="100584" cy="44006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ate-a-fold-left">
            <a:extLst xmlns:a="http://schemas.openxmlformats.org/drawingml/2006/main">
              <a:ext uri="{FF2B5EF4-FFF2-40B4-BE49-F238E27FC236}">
                <a16:creationId xmlns:a16="http://schemas.microsoft.com/office/drawing/2014/main" id="{E64F8BD4-4EFA-48B1-8302-BE8D4807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0842" y="1769174"/>
            <a:ext cx="546926" cy="3771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AEBABC"/>
            </a:solidFill>
            <a:prstDash val="solid"/>
          </a:ln>
        </p:spPr>
      </p:sp>
      <p:sp>
        <p:nvSpPr>
          <p:cNvPr id="19" name="state-a-fold-right">
            <a:extLst xmlns:a="http://schemas.openxmlformats.org/drawingml/2006/main">
              <a:ext uri="{FF2B5EF4-FFF2-40B4-BE49-F238E27FC236}">
                <a16:creationId xmlns:a16="http://schemas.microsoft.com/office/drawing/2014/main" id="{86237836-C483-41EF-9927-E4BA6058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187768" y="1769174"/>
            <a:ext cx="546926" cy="3771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AEBABC"/>
            </a:solidFill>
            <a:prstDash val="solid"/>
          </a:ln>
        </p:spPr>
      </p:sp>
      <p:sp>
        <p:nvSpPr>
          <p:cNvPr id="20" name="state-a-badge">
            <a:extLst xmlns:a="http://schemas.openxmlformats.org/drawingml/2006/main">
              <a:ext uri="{FF2B5EF4-FFF2-40B4-BE49-F238E27FC236}">
                <a16:creationId xmlns:a16="http://schemas.microsoft.com/office/drawing/2014/main" id="{50B21A0B-38AB-460E-A73B-72B27C26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9173" y="1832039"/>
            <a:ext cx="377190" cy="3771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tate-a-label">
            <a:extLst xmlns:a="http://schemas.openxmlformats.org/drawingml/2006/main">
              <a:ext uri="{FF2B5EF4-FFF2-40B4-BE49-F238E27FC236}">
                <a16:creationId xmlns:a16="http://schemas.microsoft.com/office/drawing/2014/main" id="{8B1EEB84-100B-4AF6-84F8-2E6502BC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9173" y="1844612"/>
            <a:ext cx="37719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80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980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2" name="state-b-back2">
            <a:extLst xmlns:a="http://schemas.openxmlformats.org/drawingml/2006/main">
              <a:ext uri="{FF2B5EF4-FFF2-40B4-BE49-F238E27FC236}">
                <a16:creationId xmlns:a16="http://schemas.microsoft.com/office/drawing/2014/main" id="{318C5D46-759F-4367-8A2D-BDEC83D4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6153" y="1524000"/>
            <a:ext cx="1194435" cy="741807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23" name="state-b-back1">
            <a:extLst xmlns:a="http://schemas.openxmlformats.org/drawingml/2006/main">
              <a:ext uri="{FF2B5EF4-FFF2-40B4-BE49-F238E27FC236}">
                <a16:creationId xmlns:a16="http://schemas.microsoft.com/office/drawing/2014/main" id="{C1D62B02-7B61-4664-83DE-9C3C5C4D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7002" y="1586865"/>
            <a:ext cx="1194435" cy="741807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24" name="state-b-front">
            <a:extLst xmlns:a="http://schemas.openxmlformats.org/drawingml/2006/main">
              <a:ext uri="{FF2B5EF4-FFF2-40B4-BE49-F238E27FC236}">
                <a16:creationId xmlns:a16="http://schemas.microsoft.com/office/drawing/2014/main" id="{16F85195-3E3B-49EF-9C24-186EE51D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7850" y="1656017"/>
            <a:ext cx="1194435" cy="741807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1908">
            <a:solidFill>
              <a:srgbClr val="AEBABC"/>
            </a:solidFill>
            <a:prstDash val="solid"/>
          </a:ln>
        </p:spPr>
      </p:sp>
      <p:sp>
        <p:nvSpPr>
          <p:cNvPr id="25" name="state-b-stripe-0">
            <a:extLst xmlns:a="http://schemas.openxmlformats.org/drawingml/2006/main">
              <a:ext uri="{FF2B5EF4-FFF2-40B4-BE49-F238E27FC236}">
                <a16:creationId xmlns:a16="http://schemas.microsoft.com/office/drawing/2014/main" id="{60596399-9C9B-4C09-9FC1-9397F814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682996" y="1662303"/>
            <a:ext cx="100584" cy="44006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tate-b-stripe-1">
            <a:extLst xmlns:a="http://schemas.openxmlformats.org/drawingml/2006/main">
              <a:ext uri="{FF2B5EF4-FFF2-40B4-BE49-F238E27FC236}">
                <a16:creationId xmlns:a16="http://schemas.microsoft.com/office/drawing/2014/main" id="{E5FD6022-7649-4819-B435-E39DA712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796153" y="1662303"/>
            <a:ext cx="100584" cy="44006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tate-b-stripe-2">
            <a:extLst xmlns:a="http://schemas.openxmlformats.org/drawingml/2006/main">
              <a:ext uri="{FF2B5EF4-FFF2-40B4-BE49-F238E27FC236}">
                <a16:creationId xmlns:a16="http://schemas.microsoft.com/office/drawing/2014/main" id="{172995C1-B457-4F5C-AFD6-9517AE0E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909310" y="1662303"/>
            <a:ext cx="100584" cy="44006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tate-b-stripe-3">
            <a:extLst xmlns:a="http://schemas.openxmlformats.org/drawingml/2006/main">
              <a:ext uri="{FF2B5EF4-FFF2-40B4-BE49-F238E27FC236}">
                <a16:creationId xmlns:a16="http://schemas.microsoft.com/office/drawing/2014/main" id="{122C7527-E90E-4260-B96B-C98547FD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022467" y="1662303"/>
            <a:ext cx="100584" cy="44006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tate-b-stripe-4">
            <a:extLst xmlns:a="http://schemas.openxmlformats.org/drawingml/2006/main">
              <a:ext uri="{FF2B5EF4-FFF2-40B4-BE49-F238E27FC236}">
                <a16:creationId xmlns:a16="http://schemas.microsoft.com/office/drawing/2014/main" id="{6F70F2EE-0263-4B8F-89F7-2877C93E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135624" y="1662303"/>
            <a:ext cx="100584" cy="44006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tate-b-stripe-5">
            <a:extLst xmlns:a="http://schemas.openxmlformats.org/drawingml/2006/main">
              <a:ext uri="{FF2B5EF4-FFF2-40B4-BE49-F238E27FC236}">
                <a16:creationId xmlns:a16="http://schemas.microsoft.com/office/drawing/2014/main" id="{BDBAAC8E-B749-4370-BEE9-E748E13E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248781" y="1662303"/>
            <a:ext cx="100584" cy="44006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tate-b-stripe-6">
            <a:extLst xmlns:a="http://schemas.openxmlformats.org/drawingml/2006/main">
              <a:ext uri="{FF2B5EF4-FFF2-40B4-BE49-F238E27FC236}">
                <a16:creationId xmlns:a16="http://schemas.microsoft.com/office/drawing/2014/main" id="{9216FD44-BA54-43B6-9FD6-834514D3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361938" y="1662303"/>
            <a:ext cx="100584" cy="44006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tate-b-stripe-7">
            <a:extLst xmlns:a="http://schemas.openxmlformats.org/drawingml/2006/main">
              <a:ext uri="{FF2B5EF4-FFF2-40B4-BE49-F238E27FC236}">
                <a16:creationId xmlns:a16="http://schemas.microsoft.com/office/drawing/2014/main" id="{C7F7FBEB-3348-4400-9662-B520DA2B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475095" y="1662303"/>
            <a:ext cx="100584" cy="44006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state-b-stripe-8">
            <a:extLst xmlns:a="http://schemas.openxmlformats.org/drawingml/2006/main">
              <a:ext uri="{FF2B5EF4-FFF2-40B4-BE49-F238E27FC236}">
                <a16:creationId xmlns:a16="http://schemas.microsoft.com/office/drawing/2014/main" id="{5429341C-F96F-40E0-A191-5F245D3D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588252" y="1662303"/>
            <a:ext cx="100584" cy="44006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tate-b-stripe-9">
            <a:extLst xmlns:a="http://schemas.openxmlformats.org/drawingml/2006/main">
              <a:ext uri="{FF2B5EF4-FFF2-40B4-BE49-F238E27FC236}">
                <a16:creationId xmlns:a16="http://schemas.microsoft.com/office/drawing/2014/main" id="{8BF64BC1-31D2-4184-8A19-16FB6C0B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701409" y="1662303"/>
            <a:ext cx="100584" cy="44006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tate-b-fold-left">
            <a:extLst xmlns:a="http://schemas.openxmlformats.org/drawingml/2006/main">
              <a:ext uri="{FF2B5EF4-FFF2-40B4-BE49-F238E27FC236}">
                <a16:creationId xmlns:a16="http://schemas.microsoft.com/office/drawing/2014/main" id="{86930CCD-4710-4224-B270-85B2E053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08142" y="1769174"/>
            <a:ext cx="546926" cy="3771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AEBABC"/>
            </a:solidFill>
            <a:prstDash val="solid"/>
          </a:ln>
        </p:spPr>
      </p:sp>
      <p:sp>
        <p:nvSpPr>
          <p:cNvPr id="36" name="state-b-fold-right">
            <a:extLst xmlns:a="http://schemas.openxmlformats.org/drawingml/2006/main">
              <a:ext uri="{FF2B5EF4-FFF2-40B4-BE49-F238E27FC236}">
                <a16:creationId xmlns:a16="http://schemas.microsoft.com/office/drawing/2014/main" id="{695DF51E-E2E8-4688-9B7E-DE3390A6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255068" y="1769174"/>
            <a:ext cx="546925" cy="3771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AEBABC"/>
            </a:solidFill>
            <a:prstDash val="solid"/>
          </a:ln>
        </p:spPr>
      </p:sp>
      <p:sp>
        <p:nvSpPr>
          <p:cNvPr id="37" name="state-b-badge">
            <a:extLst xmlns:a="http://schemas.openxmlformats.org/drawingml/2006/main">
              <a:ext uri="{FF2B5EF4-FFF2-40B4-BE49-F238E27FC236}">
                <a16:creationId xmlns:a16="http://schemas.microsoft.com/office/drawing/2014/main" id="{C54CFEC3-DD61-4D0D-9330-D506AE33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66473" y="1832039"/>
            <a:ext cx="377190" cy="3771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tate-b-label">
            <a:extLst xmlns:a="http://schemas.openxmlformats.org/drawingml/2006/main">
              <a:ext uri="{FF2B5EF4-FFF2-40B4-BE49-F238E27FC236}">
                <a16:creationId xmlns:a16="http://schemas.microsoft.com/office/drawing/2014/main" id="{9494477D-D0FA-4F96-9A5A-04AA0D08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66473" y="1844612"/>
            <a:ext cx="37719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80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980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9" name="state-a-caption">
            <a:extLst xmlns:a="http://schemas.openxmlformats.org/drawingml/2006/main">
              <a:ext uri="{FF2B5EF4-FFF2-40B4-BE49-F238E27FC236}">
                <a16:creationId xmlns:a16="http://schemas.microsoft.com/office/drawing/2014/main" id="{C142F1A0-07EA-4C22-BB5C-FC83E19B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" y="25717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pre-refresh winner</a:t>
            </a:r>
          </a:p>
        </p:txBody>
      </p:sp>
      <p:sp>
        <p:nvSpPr>
          <p:cNvPr id="40" name="state-b-caption">
            <a:extLst xmlns:a="http://schemas.openxmlformats.org/drawingml/2006/main">
              <a:ext uri="{FF2B5EF4-FFF2-40B4-BE49-F238E27FC236}">
                <a16:creationId xmlns:a16="http://schemas.microsoft.com/office/drawing/2014/main" id="{69E8BF8F-8AA0-4D99-892F-D6F64379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05425" y="25717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refreshed winner</a:t>
            </a:r>
          </a:p>
        </p:txBody>
      </p:sp>
      <p:sp>
        <p:nvSpPr>
          <p:cNvPr id="41" name="refresh-label">
            <a:extLst xmlns:a="http://schemas.openxmlformats.org/drawingml/2006/main">
              <a:ext uri="{FF2B5EF4-FFF2-40B4-BE49-F238E27FC236}">
                <a16:creationId xmlns:a16="http://schemas.microsoft.com/office/drawing/2014/main" id="{686CC661-0F5A-48E4-AFC0-B1190C04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8950" y="1647825"/>
            <a:ext cx="157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REFRESH</a:t>
            </a:r>
          </a:p>
        </p:txBody>
      </p:sp>
      <p:sp>
        <p:nvSpPr>
          <p:cNvPr id="42" name="refresh-arrow">
            <a:extLst xmlns:a="http://schemas.openxmlformats.org/drawingml/2006/main">
              <a:ext uri="{FF2B5EF4-FFF2-40B4-BE49-F238E27FC236}">
                <a16:creationId xmlns:a16="http://schemas.microsoft.com/office/drawing/2014/main" id="{B44D0131-651B-4839-9217-D08B4519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0375" y="2009775"/>
            <a:ext cx="16192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B4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memory-strip">
            <a:extLst xmlns:a="http://schemas.openxmlformats.org/drawingml/2006/main">
              <a:ext uri="{FF2B5EF4-FFF2-40B4-BE49-F238E27FC236}">
                <a16:creationId xmlns:a16="http://schemas.microsoft.com/office/drawing/2014/main" id="{D2EC103A-C6D3-4406-8847-67D50FEF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" y="3124200"/>
            <a:ext cx="5410200" cy="409575"/>
          </a:xfrm>
          <a:prstGeom xmlns:a="http://schemas.openxmlformats.org/drawingml/2006/main" prst="roundRect">
            <a:avLst>
              <a:gd name="adj" fmla="val 41860"/>
            </a:avLst>
          </a:prstGeom>
          <a:solidFill xmlns:a="http://schemas.openxmlformats.org/drawingml/2006/main">
            <a:srgbClr val="F3FAF9"/>
          </a:solidFill>
          <a:ln xmlns:a="http://schemas.openxmlformats.org/drawingml/2006/main" w="19050">
            <a:solidFill>
              <a:srgbClr val="7FB4BA"/>
            </a:solidFill>
            <a:prstDash val="solid"/>
          </a:ln>
        </p:spPr>
      </p:sp>
      <p:sp>
        <p:nvSpPr>
          <p:cNvPr id="44" name="memory-strip-text">
            <a:extLst xmlns:a="http://schemas.openxmlformats.org/drawingml/2006/main">
              <a:ext uri="{FF2B5EF4-FFF2-40B4-BE49-F238E27FC236}">
                <a16:creationId xmlns:a16="http://schemas.microsoft.com/office/drawing/2014/main" id="{25064EF6-BED8-40FB-8225-EF8EADA0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3190875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Memory retains A before refresh and B after refresh</a:t>
            </a:r>
          </a:p>
        </p:txBody>
      </p:sp>
      <p:sp>
        <p:nvSpPr>
          <p:cNvPr id="45" name="preserve-accent">
            <a:extLst xmlns:a="http://schemas.openxmlformats.org/drawingml/2006/main">
              <a:ext uri="{FF2B5EF4-FFF2-40B4-BE49-F238E27FC236}">
                <a16:creationId xmlns:a16="http://schemas.microsoft.com/office/drawing/2014/main" id="{7C93991F-12F5-4112-840B-B6B4E5EA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0500" y="3752850"/>
            <a:ext cx="0" cy="2276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BD4E4A"/>
            </a:solidFill>
            <a:prstDash val="solid"/>
          </a:ln>
        </p:spPr>
      </p:sp>
      <p:sp>
        <p:nvSpPr>
          <p:cNvPr id="46" name="preserve-title">
            <a:extLst xmlns:a="http://schemas.openxmlformats.org/drawingml/2006/main">
              <a:ext uri="{FF2B5EF4-FFF2-40B4-BE49-F238E27FC236}">
                <a16:creationId xmlns:a16="http://schemas.microsoft.com/office/drawing/2014/main" id="{56A2AED8-3F9C-4AB3-86DC-060F528E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" y="366712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#1  PRESERVE</a:t>
            </a:r>
          </a:p>
        </p:txBody>
      </p:sp>
      <p:sp>
        <p:nvSpPr>
          <p:cNvPr id="47" name="preserve-instruction">
            <a:extLst xmlns:a="http://schemas.openxmlformats.org/drawingml/2006/main">
              <a:ext uri="{FF2B5EF4-FFF2-40B4-BE49-F238E27FC236}">
                <a16:creationId xmlns:a16="http://schemas.microsoft.com/office/drawing/2014/main" id="{94B1EF92-3EC2-45B2-AE9C-999C4D7C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" y="4010025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Choose the highest-priority unread email now.</a:t>
            </a:r>
          </a:p>
          <a:p xmlns:a="http://schemas.openxmlformats.org/drawingml/2006/main">
            <a:pPr algn="l">
              <a:defRPr sz="1575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Refresh the mailbox, then reply to it.</a:t>
            </a:r>
          </a:p>
        </p:txBody>
      </p:sp>
      <p:sp>
        <p:nvSpPr>
          <p:cNvPr id="48" name="preserve-control-label">
            <a:extLst xmlns:a="http://schemas.openxmlformats.org/drawingml/2006/main">
              <a:ext uri="{FF2B5EF4-FFF2-40B4-BE49-F238E27FC236}">
                <a16:creationId xmlns:a16="http://schemas.microsoft.com/office/drawing/2014/main" id="{6962DBF1-170D-4EE3-84F0-9182F4FB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" y="4648200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CONTROL STATE</a:t>
            </a:r>
          </a:p>
        </p:txBody>
      </p:sp>
      <p:sp>
        <p:nvSpPr>
          <p:cNvPr id="49" name="preserve-it">
            <a:extLst xmlns:a="http://schemas.openxmlformats.org/drawingml/2006/main">
              <a:ext uri="{FF2B5EF4-FFF2-40B4-BE49-F238E27FC236}">
                <a16:creationId xmlns:a16="http://schemas.microsoft.com/office/drawing/2014/main" id="{0B9A76AF-3104-4FED-9426-21E16D8B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49339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F5"/>
          </a:solidFill>
          <a:ln xmlns:a="http://schemas.openxmlformats.org/drawingml/2006/main" w="23813">
            <a:solidFill>
              <a:srgbClr val="BD4E4A"/>
            </a:solidFill>
            <a:prstDash val="solid"/>
          </a:ln>
        </p:spPr>
      </p:sp>
      <p:sp>
        <p:nvSpPr>
          <p:cNvPr id="50" name="preserve-it-label">
            <a:extLst xmlns:a="http://schemas.openxmlformats.org/drawingml/2006/main">
              <a:ext uri="{FF2B5EF4-FFF2-40B4-BE49-F238E27FC236}">
                <a16:creationId xmlns:a16="http://schemas.microsoft.com/office/drawing/2014/main" id="{1AA3B2AB-BE4A-497E-AC9C-1E9A6D98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4943475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it</a:t>
            </a:r>
          </a:p>
        </p:txBody>
      </p:sp>
      <p:sp>
        <p:nvSpPr>
          <p:cNvPr id="51" name="preserve-arrow-a">
            <a:extLst xmlns:a="http://schemas.openxmlformats.org/drawingml/2006/main">
              <a:ext uri="{FF2B5EF4-FFF2-40B4-BE49-F238E27FC236}">
                <a16:creationId xmlns:a16="http://schemas.microsoft.com/office/drawing/2014/main" id="{678783AD-A80E-425A-8117-5B43D3CA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2525" y="5067300"/>
            <a:ext cx="5810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reserve-lock-shackle">
            <a:extLst xmlns:a="http://schemas.openxmlformats.org/drawingml/2006/main">
              <a:ext uri="{FF2B5EF4-FFF2-40B4-BE49-F238E27FC236}">
                <a16:creationId xmlns:a16="http://schemas.microsoft.com/office/drawing/2014/main" id="{29FCBE95-4568-4C81-877E-DA82B625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6905" y="4876800"/>
            <a:ext cx="308610" cy="291465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34290">
            <a:solidFill>
              <a:srgbClr val="BD4E4A"/>
            </a:solidFill>
            <a:prstDash val="solid"/>
          </a:ln>
        </p:spPr>
      </p:sp>
      <p:sp>
        <p:nvSpPr>
          <p:cNvPr id="53" name="preserve-lock-body">
            <a:extLst xmlns:a="http://schemas.openxmlformats.org/drawingml/2006/main">
              <a:ext uri="{FF2B5EF4-FFF2-40B4-BE49-F238E27FC236}">
                <a16:creationId xmlns:a16="http://schemas.microsoft.com/office/drawing/2014/main" id="{F5948423-EC7C-4A2E-81C0-6B763CFB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4043" y="5065395"/>
            <a:ext cx="394335" cy="291465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BD4E4A"/>
          </a:solidFill>
          <a:ln xmlns:a="http://schemas.openxmlformats.org/drawingml/2006/main" w="9525">
            <a:solidFill>
              <a:srgbClr val="BD4E4A"/>
            </a:solidFill>
            <a:prstDash val="solid"/>
          </a:ln>
        </p:spPr>
      </p:sp>
      <p:sp>
        <p:nvSpPr>
          <p:cNvPr id="54" name="preserve-lock-hole">
            <a:extLst xmlns:a="http://schemas.openxmlformats.org/drawingml/2006/main">
              <a:ext uri="{FF2B5EF4-FFF2-40B4-BE49-F238E27FC236}">
                <a16:creationId xmlns:a16="http://schemas.microsoft.com/office/drawing/2014/main" id="{E237D51F-BF0C-48F3-867F-CFE68230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18348" y="514254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reserve-lock-stem">
            <a:extLst xmlns:a="http://schemas.openxmlformats.org/drawingml/2006/main">
              <a:ext uri="{FF2B5EF4-FFF2-40B4-BE49-F238E27FC236}">
                <a16:creationId xmlns:a16="http://schemas.microsoft.com/office/drawing/2014/main" id="{B3434A82-33C6-4246-949D-6D53F6B0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4065" y="5202555"/>
            <a:ext cx="3429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reserve-arrow-b">
            <a:extLst xmlns:a="http://schemas.openxmlformats.org/drawingml/2006/main">
              <a:ext uri="{FF2B5EF4-FFF2-40B4-BE49-F238E27FC236}">
                <a16:creationId xmlns:a16="http://schemas.microsoft.com/office/drawing/2014/main" id="{1A1D1D10-B6A3-4E27-874C-5F85DBC7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1725" y="5067300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reserve-target-circle">
            <a:extLst xmlns:a="http://schemas.openxmlformats.org/drawingml/2006/main">
              <a:ext uri="{FF2B5EF4-FFF2-40B4-BE49-F238E27FC236}">
                <a16:creationId xmlns:a16="http://schemas.microsoft.com/office/drawing/2014/main" id="{AE61DAFE-9118-4A0F-BD3B-DC6F8B20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4650" y="49339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8E4"/>
          </a:solidFill>
          <a:ln xmlns:a="http://schemas.openxmlformats.org/drawingml/2006/main" w="23813">
            <a:solidFill>
              <a:srgbClr val="BD4E4A"/>
            </a:solidFill>
            <a:prstDash val="solid"/>
          </a:ln>
        </p:spPr>
      </p:sp>
      <p:sp>
        <p:nvSpPr>
          <p:cNvPr id="58" name="preserve-target-label">
            <a:extLst xmlns:a="http://schemas.openxmlformats.org/drawingml/2006/main">
              <a:ext uri="{FF2B5EF4-FFF2-40B4-BE49-F238E27FC236}">
                <a16:creationId xmlns:a16="http://schemas.microsoft.com/office/drawing/2014/main" id="{FA51041A-9BC2-440C-AE2C-EC2FB12E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4650" y="4943475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9" name="preserve-mode">
            <a:extLst xmlns:a="http://schemas.openxmlformats.org/drawingml/2006/main">
              <a:ext uri="{FF2B5EF4-FFF2-40B4-BE49-F238E27FC236}">
                <a16:creationId xmlns:a16="http://schemas.microsoft.com/office/drawing/2014/main" id="{B84AC486-663F-4FC2-9A94-F8CF7630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548640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1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425" b="1" i="1">
                <a:solidFill>
                  <a:srgbClr val="BD4E4A"/>
                </a:solidFill>
                <a:latin typeface="Arial"/>
                <a:ea typeface="Arial"/>
                <a:cs typeface="Arial"/>
              </a:rPr>
              <a:t>BOUND BEFORE REFRESH</a:t>
            </a:r>
          </a:p>
        </p:txBody>
      </p:sp>
      <p:sp>
        <p:nvSpPr>
          <p:cNvPr id="60" name="preserve-desc">
            <a:extLst xmlns:a="http://schemas.openxmlformats.org/drawingml/2006/main">
              <a:ext uri="{FF2B5EF4-FFF2-40B4-BE49-F238E27FC236}">
                <a16:creationId xmlns:a16="http://schemas.microsoft.com/office/drawing/2014/main" id="{AAE4D595-DC7B-47B3-82D0-FDB6437D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5762625"/>
            <a:ext cx="310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target already committed</a:t>
            </a:r>
          </a:p>
        </p:txBody>
      </p:sp>
      <p:sp>
        <p:nvSpPr>
          <p:cNvPr id="61" name="preserve-failure-label">
            <a:extLst xmlns:a="http://schemas.openxmlformats.org/drawingml/2006/main">
              <a:ext uri="{FF2B5EF4-FFF2-40B4-BE49-F238E27FC236}">
                <a16:creationId xmlns:a16="http://schemas.microsoft.com/office/drawing/2014/main" id="{C997592E-88B0-4E01-B5B2-45590AD2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5350" y="464820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FAILURE EXPOSED</a:t>
            </a:r>
          </a:p>
        </p:txBody>
      </p:sp>
      <p:sp>
        <p:nvSpPr>
          <p:cNvPr id="62" name="preserve-failure-from-circle">
            <a:extLst xmlns:a="http://schemas.openxmlformats.org/drawingml/2006/main">
              <a:ext uri="{FF2B5EF4-FFF2-40B4-BE49-F238E27FC236}">
                <a16:creationId xmlns:a16="http://schemas.microsoft.com/office/drawing/2014/main" id="{7FFCE035-E21D-4BE1-A0BB-18A2E8CF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49339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8E4"/>
          </a:solidFill>
          <a:ln xmlns:a="http://schemas.openxmlformats.org/drawingml/2006/main" w="23813">
            <a:solidFill>
              <a:srgbClr val="BD4E4A"/>
            </a:solidFill>
            <a:prstDash val="solid"/>
          </a:ln>
        </p:spPr>
      </p:sp>
      <p:sp>
        <p:nvSpPr>
          <p:cNvPr id="63" name="preserve-failure-from-label">
            <a:extLst xmlns:a="http://schemas.openxmlformats.org/drawingml/2006/main">
              <a:ext uri="{FF2B5EF4-FFF2-40B4-BE49-F238E27FC236}">
                <a16:creationId xmlns:a16="http://schemas.microsoft.com/office/drawing/2014/main" id="{B034B737-D89F-4710-9D76-17318280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4943475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4" name="preserve-failure-arrow">
            <a:extLst xmlns:a="http://schemas.openxmlformats.org/drawingml/2006/main">
              <a:ext uri="{FF2B5EF4-FFF2-40B4-BE49-F238E27FC236}">
                <a16:creationId xmlns:a16="http://schemas.microsoft.com/office/drawing/2014/main" id="{C5547381-9708-49F0-A3E5-7F6DAE9D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91150" y="5067300"/>
            <a:ext cx="5238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reserve-failure-to-circle">
            <a:extLst xmlns:a="http://schemas.openxmlformats.org/drawingml/2006/main">
              <a:ext uri="{FF2B5EF4-FFF2-40B4-BE49-F238E27FC236}">
                <a16:creationId xmlns:a16="http://schemas.microsoft.com/office/drawing/2014/main" id="{71608F56-3069-4265-BA1A-303EFD66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0275" y="49339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BD4E4A"/>
            </a:solidFill>
            <a:prstDash val="solid"/>
          </a:ln>
        </p:spPr>
      </p:sp>
      <p:sp>
        <p:nvSpPr>
          <p:cNvPr id="66" name="preserve-failure-to-label">
            <a:extLst xmlns:a="http://schemas.openxmlformats.org/drawingml/2006/main">
              <a:ext uri="{FF2B5EF4-FFF2-40B4-BE49-F238E27FC236}">
                <a16:creationId xmlns:a16="http://schemas.microsoft.com/office/drawing/2014/main" id="{0AE3CE87-BACA-4FB6-BD21-E1C67B21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0275" y="4943475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67" name="preserve-failure-text">
            <a:extLst xmlns:a="http://schemas.openxmlformats.org/drawingml/2006/main">
              <a:ext uri="{FF2B5EF4-FFF2-40B4-BE49-F238E27FC236}">
                <a16:creationId xmlns:a16="http://schemas.microsoft.com/office/drawing/2014/main" id="{5F37771A-0105-4410-8882-2B2148F3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489585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Incorrect</a:t>
            </a:r>
          </a:p>
          <a:p xmlns:a="http://schemas.openxmlformats.org/drawingml/2006/main">
            <a:pPr algn="ctr">
              <a:defRPr sz="1200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re-resolution</a:t>
            </a:r>
          </a:p>
        </p:txBody>
      </p:sp>
      <p:sp>
        <p:nvSpPr>
          <p:cNvPr id="68" name="lane-divider">
            <a:extLst xmlns:a="http://schemas.openxmlformats.org/drawingml/2006/main">
              <a:ext uri="{FF2B5EF4-FFF2-40B4-BE49-F238E27FC236}">
                <a16:creationId xmlns:a16="http://schemas.microsoft.com/office/drawing/2014/main" id="{37E0A451-35CC-49A7-9A0B-BE423381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0500" y="619125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8ED"/>
            </a:solidFill>
            <a:prstDash val="solid"/>
          </a:ln>
        </p:spPr>
      </p:sp>
      <p:sp>
        <p:nvSpPr>
          <p:cNvPr id="69" name="reevaluate-accent">
            <a:extLst xmlns:a="http://schemas.openxmlformats.org/drawingml/2006/main">
              <a:ext uri="{FF2B5EF4-FFF2-40B4-BE49-F238E27FC236}">
                <a16:creationId xmlns:a16="http://schemas.microsoft.com/office/drawing/2014/main" id="{C68DB2E2-8290-43BB-A57A-76275101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0500" y="6391275"/>
            <a:ext cx="0" cy="2409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278681"/>
            </a:solidFill>
            <a:prstDash val="solid"/>
          </a:ln>
        </p:spPr>
      </p:sp>
      <p:sp>
        <p:nvSpPr>
          <p:cNvPr id="70" name="reevaluate-title">
            <a:extLst xmlns:a="http://schemas.openxmlformats.org/drawingml/2006/main">
              <a:ext uri="{FF2B5EF4-FFF2-40B4-BE49-F238E27FC236}">
                <a16:creationId xmlns:a16="http://schemas.microsoft.com/office/drawing/2014/main" id="{072DE4CC-EA7F-41C8-BC27-6D43A18F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" y="63055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#2  REEVALUATE</a:t>
            </a:r>
          </a:p>
        </p:txBody>
      </p:sp>
      <p:sp>
        <p:nvSpPr>
          <p:cNvPr id="71" name="reevaluate-instruction">
            <a:extLst xmlns:a="http://schemas.openxmlformats.org/drawingml/2006/main">
              <a:ext uri="{FF2B5EF4-FFF2-40B4-BE49-F238E27FC236}">
                <a16:creationId xmlns:a16="http://schemas.microsoft.com/office/drawing/2014/main" id="{85F73F14-F1B0-4483-A4BD-132DAE28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" y="6657975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Refresh the mailbox first.</a:t>
            </a:r>
          </a:p>
          <a:p xmlns:a="http://schemas.openxmlformats.org/drawingml/2006/main">
            <a:pPr algn="l">
              <a:defRPr sz="1575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Then choose the highest-priority unread email and reply.</a:t>
            </a:r>
          </a:p>
        </p:txBody>
      </p:sp>
      <p:sp>
        <p:nvSpPr>
          <p:cNvPr id="72" name="unresolved-label">
            <a:extLst xmlns:a="http://schemas.openxmlformats.org/drawingml/2006/main">
              <a:ext uri="{FF2B5EF4-FFF2-40B4-BE49-F238E27FC236}">
                <a16:creationId xmlns:a16="http://schemas.microsoft.com/office/drawing/2014/main" id="{81CC92C2-227E-454F-AD53-F8EA5975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" y="7296150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BEFORE REFRESH</a:t>
            </a:r>
          </a:p>
        </p:txBody>
      </p:sp>
      <p:sp>
        <p:nvSpPr>
          <p:cNvPr id="73" name="unresolved-it">
            <a:extLst xmlns:a="http://schemas.openxmlformats.org/drawingml/2006/main">
              <a:ext uri="{FF2B5EF4-FFF2-40B4-BE49-F238E27FC236}">
                <a16:creationId xmlns:a16="http://schemas.microsoft.com/office/drawing/2014/main" id="{E73D078B-0120-45B4-876D-B4BFB544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75628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it</a:t>
            </a:r>
          </a:p>
        </p:txBody>
      </p:sp>
      <p:sp>
        <p:nvSpPr>
          <p:cNvPr id="74" name="unresolved-dash">
            <a:extLst xmlns:a="http://schemas.openxmlformats.org/drawingml/2006/main">
              <a:ext uri="{FF2B5EF4-FFF2-40B4-BE49-F238E27FC236}">
                <a16:creationId xmlns:a16="http://schemas.microsoft.com/office/drawing/2014/main" id="{CDBE889F-1D13-4ADB-BEEE-9C829D6A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33475" y="7696200"/>
            <a:ext cx="89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FB4BA"/>
            </a:solidFill>
            <a:prstDash val="dash"/>
          </a:ln>
        </p:spPr>
      </p:sp>
      <p:sp>
        <p:nvSpPr>
          <p:cNvPr id="75" name="unresolved-arrow">
            <a:extLst xmlns:a="http://schemas.openxmlformats.org/drawingml/2006/main">
              <a:ext uri="{FF2B5EF4-FFF2-40B4-BE49-F238E27FC236}">
                <a16:creationId xmlns:a16="http://schemas.microsoft.com/office/drawing/2014/main" id="{A1F9629B-9091-4CB2-A6B1-CD5B2729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3100" y="7639050"/>
            <a:ext cx="2857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unresolved-q">
            <a:extLst xmlns:a="http://schemas.openxmlformats.org/drawingml/2006/main">
              <a:ext uri="{FF2B5EF4-FFF2-40B4-BE49-F238E27FC236}">
                <a16:creationId xmlns:a16="http://schemas.microsoft.com/office/drawing/2014/main" id="{08510412-EAC2-4917-92B5-591992A8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05050" y="75628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77" name="after-label">
            <a:extLst xmlns:a="http://schemas.openxmlformats.org/drawingml/2006/main">
              <a:ext uri="{FF2B5EF4-FFF2-40B4-BE49-F238E27FC236}">
                <a16:creationId xmlns:a16="http://schemas.microsoft.com/office/drawing/2014/main" id="{B58AFF73-4D7E-4AFA-8461-35D6189E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" y="7877175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AFTER REFRESH</a:t>
            </a:r>
          </a:p>
        </p:txBody>
      </p:sp>
      <p:sp>
        <p:nvSpPr>
          <p:cNvPr id="78" name="reevaluate-it">
            <a:extLst xmlns:a="http://schemas.openxmlformats.org/drawingml/2006/main">
              <a:ext uri="{FF2B5EF4-FFF2-40B4-BE49-F238E27FC236}">
                <a16:creationId xmlns:a16="http://schemas.microsoft.com/office/drawing/2014/main" id="{81D2C230-2EB2-4081-AA13-91367A1E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8153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AF9"/>
          </a:solidFill>
          <a:ln xmlns:a="http://schemas.openxmlformats.org/drawingml/2006/main" w="23813">
            <a:solidFill>
              <a:srgbClr val="278681"/>
            </a:solidFill>
            <a:prstDash val="solid"/>
          </a:ln>
        </p:spPr>
      </p:sp>
      <p:sp>
        <p:nvSpPr>
          <p:cNvPr id="79" name="reevaluate-it-label">
            <a:extLst xmlns:a="http://schemas.openxmlformats.org/drawingml/2006/main">
              <a:ext uri="{FF2B5EF4-FFF2-40B4-BE49-F238E27FC236}">
                <a16:creationId xmlns:a16="http://schemas.microsoft.com/office/drawing/2014/main" id="{551F61C1-3D6D-4B0D-9966-56EBCBDF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81629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it</a:t>
            </a:r>
          </a:p>
        </p:txBody>
      </p:sp>
      <p:sp>
        <p:nvSpPr>
          <p:cNvPr id="80" name="reevaluate-arrow-a">
            <a:extLst xmlns:a="http://schemas.openxmlformats.org/drawingml/2006/main">
              <a:ext uri="{FF2B5EF4-FFF2-40B4-BE49-F238E27FC236}">
                <a16:creationId xmlns:a16="http://schemas.microsoft.com/office/drawing/2014/main" id="{B8CD5921-586B-44CE-A7EE-8F772A2B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" y="8277225"/>
            <a:ext cx="514350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reevaluate-hourglass-top">
            <a:extLst xmlns:a="http://schemas.openxmlformats.org/drawingml/2006/main">
              <a:ext uri="{FF2B5EF4-FFF2-40B4-BE49-F238E27FC236}">
                <a16:creationId xmlns:a16="http://schemas.microsoft.com/office/drawing/2014/main" id="{9D86C8CE-4C24-4C99-B47E-D5621A5D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14500" y="8175879"/>
            <a:ext cx="3108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431">
            <a:solidFill>
              <a:srgbClr val="278681"/>
            </a:solidFill>
            <a:prstDash val="solid"/>
          </a:ln>
        </p:spPr>
      </p:sp>
      <p:sp>
        <p:nvSpPr>
          <p:cNvPr id="82" name="reevaluate-hourglass-bottom">
            <a:extLst xmlns:a="http://schemas.openxmlformats.org/drawingml/2006/main">
              <a:ext uri="{FF2B5EF4-FFF2-40B4-BE49-F238E27FC236}">
                <a16:creationId xmlns:a16="http://schemas.microsoft.com/office/drawing/2014/main" id="{0E373CF5-0821-42BD-A1D1-3FE5D033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14500" y="8512683"/>
            <a:ext cx="3108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431">
            <a:solidFill>
              <a:srgbClr val="278681"/>
            </a:solidFill>
            <a:prstDash val="solid"/>
          </a:ln>
        </p:spPr>
      </p:sp>
      <p:sp>
        <p:nvSpPr>
          <p:cNvPr id="83" name="reevaluate-hourglass-left">
            <a:extLst xmlns:a="http://schemas.openxmlformats.org/drawingml/2006/main">
              <a:ext uri="{FF2B5EF4-FFF2-40B4-BE49-F238E27FC236}">
                <a16:creationId xmlns:a16="http://schemas.microsoft.com/office/drawing/2014/main" id="{841AD0B3-A150-4D6F-80B9-1A1EC47D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59839" y="8214741"/>
            <a:ext cx="220218" cy="259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78681"/>
            </a:solidFill>
            <a:prstDash val="solid"/>
          </a:ln>
        </p:spPr>
      </p:sp>
      <p:sp>
        <p:nvSpPr>
          <p:cNvPr id="84" name="reevaluate-hourglass-right">
            <a:extLst xmlns:a="http://schemas.openxmlformats.org/drawingml/2006/main">
              <a:ext uri="{FF2B5EF4-FFF2-40B4-BE49-F238E27FC236}">
                <a16:creationId xmlns:a16="http://schemas.microsoft.com/office/drawing/2014/main" id="{4C214D11-70DE-4AD2-9393-33206890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759839" y="8214741"/>
            <a:ext cx="220218" cy="259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78681"/>
            </a:solidFill>
            <a:prstDash val="solid"/>
          </a:ln>
        </p:spPr>
      </p:sp>
      <p:sp>
        <p:nvSpPr>
          <p:cNvPr id="85" name="reevaluate-hourglass-sand-top">
            <a:extLst xmlns:a="http://schemas.openxmlformats.org/drawingml/2006/main">
              <a:ext uri="{FF2B5EF4-FFF2-40B4-BE49-F238E27FC236}">
                <a16:creationId xmlns:a16="http://schemas.microsoft.com/office/drawing/2014/main" id="{B840FE2D-BD36-4677-B8F9-008989C7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8132" y="8227695"/>
            <a:ext cx="103632" cy="84201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reevaluate-hourglass-sand-bottom">
            <a:extLst xmlns:a="http://schemas.openxmlformats.org/drawingml/2006/main">
              <a:ext uri="{FF2B5EF4-FFF2-40B4-BE49-F238E27FC236}">
                <a16:creationId xmlns:a16="http://schemas.microsoft.com/office/drawing/2014/main" id="{257C7E76-7E3D-48F5-96F4-E27327A8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811655" y="8396097"/>
            <a:ext cx="116586" cy="7772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786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reevaluate-arrow-b">
            <a:extLst xmlns:a="http://schemas.openxmlformats.org/drawingml/2006/main">
              <a:ext uri="{FF2B5EF4-FFF2-40B4-BE49-F238E27FC236}">
                <a16:creationId xmlns:a16="http://schemas.microsoft.com/office/drawing/2014/main" id="{63F2E18F-0680-44AC-926E-49AF7810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8277225"/>
            <a:ext cx="438150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reevaluate-target-circle">
            <a:extLst xmlns:a="http://schemas.openxmlformats.org/drawingml/2006/main">
              <a:ext uri="{FF2B5EF4-FFF2-40B4-BE49-F238E27FC236}">
                <a16:creationId xmlns:a16="http://schemas.microsoft.com/office/drawing/2014/main" id="{4DE15BE3-D4CE-471F-AC07-64D219A8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28900" y="81438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F0"/>
          </a:solidFill>
          <a:ln xmlns:a="http://schemas.openxmlformats.org/drawingml/2006/main" w="23813">
            <a:solidFill>
              <a:srgbClr val="278681"/>
            </a:solidFill>
            <a:prstDash val="solid"/>
          </a:ln>
        </p:spPr>
      </p:sp>
      <p:sp>
        <p:nvSpPr>
          <p:cNvPr id="89" name="reevaluate-target-label">
            <a:extLst xmlns:a="http://schemas.openxmlformats.org/drawingml/2006/main">
              <a:ext uri="{FF2B5EF4-FFF2-40B4-BE49-F238E27FC236}">
                <a16:creationId xmlns:a16="http://schemas.microsoft.com/office/drawing/2014/main" id="{46C7D40A-41FE-4BEE-A064-CC4977B2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28900" y="815340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90" name="reevaluate-mode">
            <a:extLst xmlns:a="http://schemas.openxmlformats.org/drawingml/2006/main">
              <a:ext uri="{FF2B5EF4-FFF2-40B4-BE49-F238E27FC236}">
                <a16:creationId xmlns:a16="http://schemas.microsoft.com/office/drawing/2014/main" id="{A8D1F363-B8C5-4729-9ECD-FE8CDC08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" y="86391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1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275" b="1" i="1">
                <a:solidFill>
                  <a:srgbClr val="278681"/>
                </a:solidFill>
                <a:latin typeface="Arial"/>
                <a:ea typeface="Arial"/>
                <a:cs typeface="Arial"/>
              </a:rPr>
              <a:t>DEFERRED UNTIL AFTER REFRESH</a:t>
            </a:r>
          </a:p>
        </p:txBody>
      </p:sp>
      <p:sp>
        <p:nvSpPr>
          <p:cNvPr id="91" name="reevaluate-failure-label">
            <a:extLst xmlns:a="http://schemas.openxmlformats.org/drawingml/2006/main">
              <a:ext uri="{FF2B5EF4-FFF2-40B4-BE49-F238E27FC236}">
                <a16:creationId xmlns:a16="http://schemas.microsoft.com/office/drawing/2014/main" id="{8143718B-E90C-4AEF-8728-DF145923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5350" y="7877175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FAILURE EXPOSED</a:t>
            </a:r>
          </a:p>
        </p:txBody>
      </p:sp>
      <p:sp>
        <p:nvSpPr>
          <p:cNvPr id="92" name="reevaluate-failure-from-circle">
            <a:extLst xmlns:a="http://schemas.openxmlformats.org/drawingml/2006/main">
              <a:ext uri="{FF2B5EF4-FFF2-40B4-BE49-F238E27FC236}">
                <a16:creationId xmlns:a16="http://schemas.microsoft.com/office/drawing/2014/main" id="{D98C98F8-8656-431D-BDE8-51780A11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81438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F0"/>
          </a:solidFill>
          <a:ln xmlns:a="http://schemas.openxmlformats.org/drawingml/2006/main" w="23813">
            <a:solidFill>
              <a:srgbClr val="278681"/>
            </a:solidFill>
            <a:prstDash val="solid"/>
          </a:ln>
        </p:spPr>
      </p:sp>
      <p:sp>
        <p:nvSpPr>
          <p:cNvPr id="93" name="reevaluate-failure-from-label">
            <a:extLst xmlns:a="http://schemas.openxmlformats.org/drawingml/2006/main">
              <a:ext uri="{FF2B5EF4-FFF2-40B4-BE49-F238E27FC236}">
                <a16:creationId xmlns:a16="http://schemas.microsoft.com/office/drawing/2014/main" id="{5F3CBC7D-114B-4111-9228-0155820C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815340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94" name="reevaluate-failure-arrow">
            <a:extLst xmlns:a="http://schemas.openxmlformats.org/drawingml/2006/main">
              <a:ext uri="{FF2B5EF4-FFF2-40B4-BE49-F238E27FC236}">
                <a16:creationId xmlns:a16="http://schemas.microsoft.com/office/drawing/2014/main" id="{B9E21078-9A06-4F74-BA9B-5F5A4D27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91150" y="8277225"/>
            <a:ext cx="5238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86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reevaluate-failure-to-circle">
            <a:extLst xmlns:a="http://schemas.openxmlformats.org/drawingml/2006/main">
              <a:ext uri="{FF2B5EF4-FFF2-40B4-BE49-F238E27FC236}">
                <a16:creationId xmlns:a16="http://schemas.microsoft.com/office/drawing/2014/main" id="{14AFEDB9-93B7-4199-90D8-4D143F12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0275" y="81438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278681"/>
            </a:solidFill>
            <a:prstDash val="solid"/>
          </a:ln>
        </p:spPr>
      </p:sp>
      <p:sp>
        <p:nvSpPr>
          <p:cNvPr id="96" name="reevaluate-failure-to-label">
            <a:extLst xmlns:a="http://schemas.openxmlformats.org/drawingml/2006/main">
              <a:ext uri="{FF2B5EF4-FFF2-40B4-BE49-F238E27FC236}">
                <a16:creationId xmlns:a16="http://schemas.microsoft.com/office/drawing/2014/main" id="{4820BDCB-91F9-4D3D-9C0E-FC12F623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0275" y="815340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7" name="reevaluate-failure-text">
            <a:extLst xmlns:a="http://schemas.openxmlformats.org/drawingml/2006/main">
              <a:ext uri="{FF2B5EF4-FFF2-40B4-BE49-F238E27FC236}">
                <a16:creationId xmlns:a16="http://schemas.microsoft.com/office/drawing/2014/main" id="{8D5A0C2A-53D6-43CD-A586-89257F14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810577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Incorrect</a:t>
            </a:r>
          </a:p>
          <a:p xmlns:a="http://schemas.openxmlformats.org/drawingml/2006/main">
            <a:pPr algn="ctr">
              <a:defRPr sz="1200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early lock</a:t>
            </a:r>
          </a:p>
        </p:txBody>
      </p:sp>
      <p:sp>
        <p:nvSpPr>
          <p:cNvPr id="9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6261B80-85AA-4B51-80BC-6ED9A62B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0500" y="9058275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B4D4F"/>
            </a:solidFill>
            <a:prstDash val="solid"/>
          </a:ln>
        </p:spPr>
      </p:sp>
      <p:sp>
        <p:nvSpPr>
          <p:cNvPr id="99" name="footer">
            <a:extLst xmlns:a="http://schemas.openxmlformats.org/drawingml/2006/main">
              <a:ext uri="{FF2B5EF4-FFF2-40B4-BE49-F238E27FC236}">
                <a16:creationId xmlns:a16="http://schemas.microsoft.com/office/drawing/2014/main" id="{18D82517-6B2E-4F67-A4E1-92A86B71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" y="9191625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PairAcc requires both A and B to be correct</a:t>
            </a:r>
          </a:p>
        </p:txBody>
      </p:sp>
    </p:spTree>
    <p:extLst>
      <p:ext uri="{BB962C8B-B14F-4D97-AF65-F5344CB8AC3E}">
        <p14:creationId xmlns:p14="http://schemas.microsoft.com/office/powerpoint/2010/main" val="19896461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2026-07-28T08:18:58.5610000Z</dcterms:created>
  <dcterms:modified xsi:type="dcterms:W3CDTF">2026-07-28T08:18:58.5610000Z</dcterms:modified>
</coreProperties>
</file>