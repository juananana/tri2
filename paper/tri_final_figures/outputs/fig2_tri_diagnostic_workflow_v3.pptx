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555a877d3f4d08" /><Relationship Type="http://schemas.openxmlformats.org/officeDocument/2006/relationships/extended-properties" Target="/docProps/app.xml" Id="R35194c5f94cb427d" /><Relationship Type="http://schemas.openxmlformats.org/officeDocument/2006/relationships/officeDocument" Target="/ppt/presentation.xml" Id="Rc6eb251b905e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b86707b04e4c14"/>
  </p:sldMasterIdLst>
  <p:notesMasterIdLst>
    <p:notesMasterId xmlns:r="http://schemas.openxmlformats.org/officeDocument/2006/relationships" r:id="R13804d0921064ee0"/>
  </p:notesMasterIdLst>
  <p:sldIdLst>
    <p:sldId xmlns:r="http://schemas.openxmlformats.org/officeDocument/2006/relationships" id="256" r:id="R5f843fa6735743c1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18c2473d34d97" /><Relationship Type="http://schemas.openxmlformats.org/officeDocument/2006/relationships/slideMaster" Target="/ppt/slideMasters/slideMaster1.xml" Id="R63b86707b04e4c14" /><Relationship Type="http://schemas.openxmlformats.org/officeDocument/2006/relationships/notesMaster" Target="/ppt/notesMasters/notesMaster1.xml" Id="R13804d0921064ee0" /><Relationship Type="http://schemas.openxmlformats.org/officeDocument/2006/relationships/presProps" Target="/ppt/presProps.xml" Id="R00f7d9045ced46e2" /><Relationship Type="http://schemas.openxmlformats.org/officeDocument/2006/relationships/tableStyles" Target="/ppt/tableStyles.xml" Id="R39cec5d6d0c542df" /><Relationship Type="http://schemas.openxmlformats.org/officeDocument/2006/relationships/slide" Target="/ppt/slides/slide1.xml" Id="R5f843fa67357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1c134cbf3b4a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4826726964fb1" /><Relationship Type="http://schemas.openxmlformats.org/officeDocument/2006/relationships/notesMaster" Target="/ppt/notesMasters/notesMaster1.xml" Id="Rf5dabcccb37149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manuscript: paper/AnonymousSubmission2027.tex (Diagnostic Construction; Measurements and Denominators; Controller Probes).</a:t>
            </a:r>
          </a:p>
          <a:p xmlns:a="http://schemas.openxmlformats.org/drawingml/2006/main">
            <a:r>
              <a:t>- User-supplied visual references: GSD problem/method overview; SymPareto comparative framework; MetaEval multi-step framework. Used for hierarchy and scientific-illustration grammar only; no artwork copied.</a:t>
            </a:r>
          </a:p>
          <a:p xmlns:a="http://schemas.openxmlformats.org/drawingml/2006/main">
            <a:r>
              <a:t>- Palette: #264a56, #407a7f, #248d82, #60aa84, #b4b87f, #eabc6b, #f1a464, #e56d4e.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5bbab8e7b43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bcb88dd0864658" /><Relationship Type="http://schemas.openxmlformats.org/officeDocument/2006/relationships/slideLayout" Target="/ppt/slideLayouts/slideLayout1.xml" Id="R13cfb96a01f248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fb96a01f248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3999c599b4ce4" /><Relationship Type="http://schemas.openxmlformats.org/officeDocument/2006/relationships/notesSlide" Target="/ppt/notesSlides/notesSlide1.xml" Id="R370bdd0a6b9c4a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panel-a">
            <a:extLst xmlns:a="http://schemas.openxmlformats.org/drawingml/2006/main">
              <a:ext uri="{FF2B5EF4-FFF2-40B4-BE49-F238E27FC236}">
                <a16:creationId xmlns:a16="http://schemas.microsoft.com/office/drawing/2014/main" id="{7047D76D-5741-46DF-AE76-65C3E511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9639300" cy="6819900"/>
          </a:xfrm>
          <a:prstGeom xmlns:a="http://schemas.openxmlformats.org/drawingml/2006/main" prst="roundRect">
            <a:avLst>
              <a:gd name="adj" fmla="val 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A7F"/>
            </a:solidFill>
            <a:prstDash val="dash"/>
          </a:ln>
        </p:spPr>
      </p:sp>
      <p:sp>
        <p:nvSpPr>
          <p:cNvPr id="2" name="panel-b">
            <a:extLst xmlns:a="http://schemas.openxmlformats.org/drawingml/2006/main">
              <a:ext uri="{FF2B5EF4-FFF2-40B4-BE49-F238E27FC236}">
                <a16:creationId xmlns:a16="http://schemas.microsoft.com/office/drawing/2014/main" id="{02D11A97-B23B-49A7-B69D-7695F16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"/>
            <a:ext cx="4762500" cy="6819900"/>
          </a:xfrm>
          <a:prstGeom xmlns:a="http://schemas.openxmlformats.org/drawingml/2006/main" prst="roundRect">
            <a:avLst>
              <a:gd name="adj" fmla="val 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A7F"/>
            </a:solidFill>
            <a:prstDash val="dash"/>
          </a:ln>
        </p:spPr>
      </p:sp>
      <p:sp>
        <p:nvSpPr>
          <p:cNvPr id="3" name="panel-a-head">
            <a:extLst xmlns:a="http://schemas.openxmlformats.org/drawingml/2006/main">
              <a:ext uri="{FF2B5EF4-FFF2-40B4-BE49-F238E27FC236}">
                <a16:creationId xmlns:a16="http://schemas.microsoft.com/office/drawing/2014/main" id="{CFC87B25-49F5-4B04-A048-912C5B4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963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4" name="panel-b-head">
            <a:extLst xmlns:a="http://schemas.openxmlformats.org/drawingml/2006/main">
              <a:ext uri="{FF2B5EF4-FFF2-40B4-BE49-F238E27FC236}">
                <a16:creationId xmlns:a16="http://schemas.microsoft.com/office/drawing/2014/main" id="{B51338EA-9661-4A70-B9CA-BBC8F53B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9F985BAF-5D67-46A6-9540-CF2EA66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A.  MATCHED DIAGNOSTIC CONSTRUCTION</a:t>
            </a:r>
          </a:p>
        </p:txBody>
      </p:sp>
      <p:sp>
        <p:nvSpPr>
          <p:cNvPr id="6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F38F7EAC-0B51-4BFB-9ABF-049BA57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52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B.  EXECUTION AND SCORING</a:t>
            </a:r>
          </a:p>
        </p:txBody>
      </p:sp>
      <p:sp>
        <p:nvSpPr>
          <p:cNvPr id="7" name="a-flow-1">
            <a:extLst xmlns:a="http://schemas.openxmlformats.org/drawingml/2006/main">
              <a:ext uri="{FF2B5EF4-FFF2-40B4-BE49-F238E27FC236}">
                <a16:creationId xmlns:a16="http://schemas.microsoft.com/office/drawing/2014/main" id="{A4897881-479F-4323-B468-D9A000B3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8" name="a-flow-2">
            <a:extLst xmlns:a="http://schemas.openxmlformats.org/drawingml/2006/main">
              <a:ext uri="{FF2B5EF4-FFF2-40B4-BE49-F238E27FC236}">
                <a16:creationId xmlns:a16="http://schemas.microsoft.com/office/drawing/2014/main" id="{9D879F86-D6F2-4DA8-9C12-1DDEF0F1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385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9" name="state-refresh-arrow">
            <a:extLst xmlns:a="http://schemas.openxmlformats.org/drawingml/2006/main">
              <a:ext uri="{FF2B5EF4-FFF2-40B4-BE49-F238E27FC236}">
                <a16:creationId xmlns:a16="http://schemas.microsoft.com/office/drawing/2014/main" id="{65A6AB8B-B7FD-4B2D-A474-0FABA8F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95550"/>
            <a:ext cx="647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3810">
            <a:solidFill>
              <a:srgbClr val="EABC6B"/>
            </a:solidFill>
            <a:prstDash val="solid"/>
          </a:ln>
        </p:spPr>
      </p:sp>
      <p:sp>
        <p:nvSpPr>
          <p:cNvPr id="10" name="preserve-timeline-1">
            <a:extLst xmlns:a="http://schemas.openxmlformats.org/drawingml/2006/main">
              <a:ext uri="{FF2B5EF4-FFF2-40B4-BE49-F238E27FC236}">
                <a16:creationId xmlns:a16="http://schemas.microsoft.com/office/drawing/2014/main" id="{053FEED8-02C1-4403-A431-6EBFF91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1" name="preserve-timeline-2">
            <a:extLst xmlns:a="http://schemas.openxmlformats.org/drawingml/2006/main">
              <a:ext uri="{FF2B5EF4-FFF2-40B4-BE49-F238E27FC236}">
                <a16:creationId xmlns:a16="http://schemas.microsoft.com/office/drawing/2014/main" id="{5ADCBD55-2C90-4070-BC23-D4DCE4D2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2" name="reeval-timeline-1">
            <a:extLst xmlns:a="http://schemas.openxmlformats.org/drawingml/2006/main">
              <a:ext uri="{FF2B5EF4-FFF2-40B4-BE49-F238E27FC236}">
                <a16:creationId xmlns:a16="http://schemas.microsoft.com/office/drawing/2014/main" id="{142E9D1C-27EF-426D-BD1B-CAB956E8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3" name="reeval-timeline-2">
            <a:extLst xmlns:a="http://schemas.openxmlformats.org/drawingml/2006/main">
              <a:ext uri="{FF2B5EF4-FFF2-40B4-BE49-F238E27FC236}">
                <a16:creationId xmlns:a16="http://schemas.microsoft.com/office/drawing/2014/main" id="{33A83F02-711C-4A54-80F6-729E57C4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911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4" name="pair-to-run-p">
            <a:extLst xmlns:a="http://schemas.openxmlformats.org/drawingml/2006/main">
              <a:ext uri="{FF2B5EF4-FFF2-40B4-BE49-F238E27FC236}">
                <a16:creationId xmlns:a16="http://schemas.microsoft.com/office/drawing/2014/main" id="{8035C8D1-DA8C-41E0-8810-CCED7E35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194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5" name="pair-to-run-r">
            <a:extLst xmlns:a="http://schemas.openxmlformats.org/drawingml/2006/main">
              <a:ext uri="{FF2B5EF4-FFF2-40B4-BE49-F238E27FC236}">
                <a16:creationId xmlns:a16="http://schemas.microsoft.com/office/drawing/2014/main" id="{3E356989-1AAC-4296-BEAB-44D1CE95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576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6" name="b-input-p">
            <a:extLst xmlns:a="http://schemas.openxmlformats.org/drawingml/2006/main">
              <a:ext uri="{FF2B5EF4-FFF2-40B4-BE49-F238E27FC236}">
                <a16:creationId xmlns:a16="http://schemas.microsoft.com/office/drawing/2014/main" id="{56327ECA-BE9E-4A89-BB30-DAC30AB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908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7" name="b-input-r">
            <a:extLst xmlns:a="http://schemas.openxmlformats.org/drawingml/2006/main">
              <a:ext uri="{FF2B5EF4-FFF2-40B4-BE49-F238E27FC236}">
                <a16:creationId xmlns:a16="http://schemas.microsoft.com/office/drawing/2014/main" id="{C04DCFC6-7193-4D4F-81B3-98BBDFFF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8" name="b-output-p">
            <a:extLst xmlns:a="http://schemas.openxmlformats.org/drawingml/2006/main">
              <a:ext uri="{FF2B5EF4-FFF2-40B4-BE49-F238E27FC236}">
                <a16:creationId xmlns:a16="http://schemas.microsoft.com/office/drawing/2014/main" id="{2C228DF8-B4DD-4004-8736-FD4E4CB6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590800"/>
            <a:ext cx="647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9" name="b-output-r">
            <a:extLst xmlns:a="http://schemas.openxmlformats.org/drawingml/2006/main">
              <a:ext uri="{FF2B5EF4-FFF2-40B4-BE49-F238E27FC236}">
                <a16:creationId xmlns:a16="http://schemas.microsoft.com/office/drawing/2014/main" id="{32A9A9D6-03FD-4663-A58A-826DBFE8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429000"/>
            <a:ext cx="647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20" name="tool-write-arrow">
            <a:extLst xmlns:a="http://schemas.openxmlformats.org/drawingml/2006/main">
              <a:ext uri="{FF2B5EF4-FFF2-40B4-BE49-F238E27FC236}">
                <a16:creationId xmlns:a16="http://schemas.microsoft.com/office/drawing/2014/main" id="{61C63AF5-E1E2-4A8E-8FF0-58751D5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41960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21" name="state-diff-arrow">
            <a:extLst xmlns:a="http://schemas.openxmlformats.org/drawingml/2006/main">
              <a:ext uri="{FF2B5EF4-FFF2-40B4-BE49-F238E27FC236}">
                <a16:creationId xmlns:a16="http://schemas.microsoft.com/office/drawing/2014/main" id="{8A08EE12-1E7F-4D32-8283-BDABA00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4196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3810">
            <a:solidFill>
              <a:srgbClr val="60AA84"/>
            </a:solidFill>
            <a:prstDash val="solid"/>
          </a:ln>
        </p:spPr>
      </p:sp>
      <p:sp>
        <p:nvSpPr>
          <p:cNvPr id="22" name="step-1-badge">
            <a:extLst xmlns:a="http://schemas.openxmlformats.org/drawingml/2006/main">
              <a:ext uri="{FF2B5EF4-FFF2-40B4-BE49-F238E27FC236}">
                <a16:creationId xmlns:a16="http://schemas.microsoft.com/office/drawing/2014/main" id="{35EA1FDB-1323-4874-AE48-932C3E8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23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5CB95DF8-C18C-4D16-B22F-BBEF9BA6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C03C2161-EB24-48AD-B6DF-F3D3648D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85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5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TASK BLUEPRINT</a:t>
            </a:r>
          </a:p>
        </p:txBody>
      </p:sp>
      <p:sp>
        <p:nvSpPr>
          <p:cNvPr id="25" name="blueprint-icon-paper">
            <a:extLst xmlns:a="http://schemas.openxmlformats.org/drawingml/2006/main">
              <a:ext uri="{FF2B5EF4-FFF2-40B4-BE49-F238E27FC236}">
                <a16:creationId xmlns:a16="http://schemas.microsoft.com/office/drawing/2014/main" id="{1C2F6C4E-7C21-4F30-9F23-6268AFD4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90550" cy="7239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26" name="blueprint-icon-clip">
            <a:extLst xmlns:a="http://schemas.openxmlformats.org/drawingml/2006/main">
              <a:ext uri="{FF2B5EF4-FFF2-40B4-BE49-F238E27FC236}">
                <a16:creationId xmlns:a16="http://schemas.microsoft.com/office/drawing/2014/main" id="{1588C462-59FF-4294-A6E0-2A3762E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14450"/>
            <a:ext cx="2476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27" name="blueprint-icon-dot-0">
            <a:extLst xmlns:a="http://schemas.openxmlformats.org/drawingml/2006/main">
              <a:ext uri="{FF2B5EF4-FFF2-40B4-BE49-F238E27FC236}">
                <a16:creationId xmlns:a16="http://schemas.microsoft.com/office/drawing/2014/main" id="{23DF3BF6-DBA9-428B-AF80-DA7286B3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547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blueprint-icon-line-0">
            <a:extLst xmlns:a="http://schemas.openxmlformats.org/drawingml/2006/main">
              <a:ext uri="{FF2B5EF4-FFF2-40B4-BE49-F238E27FC236}">
                <a16:creationId xmlns:a16="http://schemas.microsoft.com/office/drawing/2014/main" id="{65242AD1-73CA-4620-853F-41139A6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29" name="blueprint-icon-dot-1">
            <a:extLst xmlns:a="http://schemas.openxmlformats.org/drawingml/2006/main">
              <a:ext uri="{FF2B5EF4-FFF2-40B4-BE49-F238E27FC236}">
                <a16:creationId xmlns:a16="http://schemas.microsoft.com/office/drawing/2014/main" id="{AA97F437-BFE7-46A5-997F-35A3F87D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709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blueprint-icon-line-1">
            <a:extLst xmlns:a="http://schemas.openxmlformats.org/drawingml/2006/main">
              <a:ext uri="{FF2B5EF4-FFF2-40B4-BE49-F238E27FC236}">
                <a16:creationId xmlns:a16="http://schemas.microsoft.com/office/drawing/2014/main" id="{FD46C0E9-4B86-4989-BD8E-4C128CBB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1" name="blueprint-icon-dot-2">
            <a:extLst xmlns:a="http://schemas.openxmlformats.org/drawingml/2006/main">
              <a:ext uri="{FF2B5EF4-FFF2-40B4-BE49-F238E27FC236}">
                <a16:creationId xmlns:a16="http://schemas.microsoft.com/office/drawing/2014/main" id="{521EE60C-4CEB-4AA3-8CD9-7406C6E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871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blueprint-icon-line-2">
            <a:extLst xmlns:a="http://schemas.openxmlformats.org/drawingml/2006/main">
              <a:ext uri="{FF2B5EF4-FFF2-40B4-BE49-F238E27FC236}">
                <a16:creationId xmlns:a16="http://schemas.microsoft.com/office/drawing/2014/main" id="{B0D20EA6-D192-4190-A5D9-A9AF7FBD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3" name="blueprint-selector">
            <a:extLst xmlns:a="http://schemas.openxmlformats.org/drawingml/2006/main">
              <a:ext uri="{FF2B5EF4-FFF2-40B4-BE49-F238E27FC236}">
                <a16:creationId xmlns:a16="http://schemas.microsoft.com/office/drawing/2014/main" id="{9973716D-A5F3-41BA-9E7A-8079B0C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390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selector q</a:t>
            </a:r>
          </a:p>
        </p:txBody>
      </p:sp>
      <p:sp>
        <p:nvSpPr>
          <p:cNvPr id="34" name="blueprint-selector-v">
            <a:extLst xmlns:a="http://schemas.openxmlformats.org/drawingml/2006/main">
              <a:ext uri="{FF2B5EF4-FFF2-40B4-BE49-F238E27FC236}">
                <a16:creationId xmlns:a16="http://schemas.microsoft.com/office/drawing/2014/main" id="{1B769F95-BDA9-4ADD-849F-10D3E258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57350"/>
            <a:ext cx="118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top-ranked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unread</a:t>
            </a:r>
          </a:p>
        </p:txBody>
      </p:sp>
      <p:sp>
        <p:nvSpPr>
          <p:cNvPr id="35" name="blueprint-action">
            <a:extLst xmlns:a="http://schemas.openxmlformats.org/drawingml/2006/main">
              <a:ext uri="{FF2B5EF4-FFF2-40B4-BE49-F238E27FC236}">
                <a16:creationId xmlns:a16="http://schemas.microsoft.com/office/drawing/2014/main" id="{9599D4EA-54E4-4525-8AC5-840DAB77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28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action a</a:t>
            </a:r>
          </a:p>
        </p:txBody>
      </p:sp>
      <p:sp>
        <p:nvSpPr>
          <p:cNvPr id="36" name="blueprint-action-v">
            <a:extLst xmlns:a="http://schemas.openxmlformats.org/drawingml/2006/main">
              <a:ext uri="{FF2B5EF4-FFF2-40B4-BE49-F238E27FC236}">
                <a16:creationId xmlns:a16="http://schemas.microsoft.com/office/drawing/2014/main" id="{6E1A9F30-C0DC-4FA9-8B1A-3401E079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95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reply(target)</a:t>
            </a:r>
          </a:p>
        </p:txBody>
      </p:sp>
      <p:sp>
        <p:nvSpPr>
          <p:cNvPr id="37" name="mini-table">
            <a:extLst xmlns:a="http://schemas.openxmlformats.org/drawingml/2006/main">
              <a:ext uri="{FF2B5EF4-FFF2-40B4-BE49-F238E27FC236}">
                <a16:creationId xmlns:a16="http://schemas.microsoft.com/office/drawing/2014/main" id="{2066A2A3-A14E-4AEE-BC1C-21D45C6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0574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407A7F">
              <a:alpha val="4000"/>
            </a:srgbClr>
          </a:solidFill>
          <a:ln xmlns:a="http://schemas.openxmlformats.org/drawingml/2006/main" w="15240">
            <a:solidFill>
              <a:srgbClr val="407A7F"/>
            </a:solidFill>
            <a:prstDash val="solid"/>
          </a:ln>
        </p:spPr>
      </p:sp>
      <p:sp>
        <p:nvSpPr>
          <p:cNvPr id="38" name="mini-table-head">
            <a:extLst xmlns:a="http://schemas.openxmlformats.org/drawingml/2006/main">
              <a:ext uri="{FF2B5EF4-FFF2-40B4-BE49-F238E27FC236}">
                <a16:creationId xmlns:a16="http://schemas.microsoft.com/office/drawing/2014/main" id="{95AF7FCD-2C86-452E-9038-90D99EDE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39" name="mini-h-1">
            <a:extLst xmlns:a="http://schemas.openxmlformats.org/drawingml/2006/main">
              <a:ext uri="{FF2B5EF4-FFF2-40B4-BE49-F238E27FC236}">
                <a16:creationId xmlns:a16="http://schemas.microsoft.com/office/drawing/2014/main" id="{FEEC3BC0-775D-4993-89D2-71712DE5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40" name="mini-h-2">
            <a:extLst xmlns:a="http://schemas.openxmlformats.org/drawingml/2006/main">
              <a:ext uri="{FF2B5EF4-FFF2-40B4-BE49-F238E27FC236}">
                <a16:creationId xmlns:a16="http://schemas.microsoft.com/office/drawing/2014/main" id="{63885EBD-A01E-465D-9045-9207D95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41" name="mini-h-3">
            <a:extLst xmlns:a="http://schemas.openxmlformats.org/drawingml/2006/main">
              <a:ext uri="{FF2B5EF4-FFF2-40B4-BE49-F238E27FC236}">
                <a16:creationId xmlns:a16="http://schemas.microsoft.com/office/drawing/2014/main" id="{298999A3-B192-4CC8-B9FC-C9202CB6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42" name="mini-h-4">
            <a:extLst xmlns:a="http://schemas.openxmlformats.org/drawingml/2006/main">
              <a:ext uri="{FF2B5EF4-FFF2-40B4-BE49-F238E27FC236}">
                <a16:creationId xmlns:a16="http://schemas.microsoft.com/office/drawing/2014/main" id="{1863CC3D-2692-4891-B6B8-3DFB336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</a:t>
            </a:r>
          </a:p>
        </p:txBody>
      </p:sp>
      <p:sp>
        <p:nvSpPr>
          <p:cNvPr id="43" name="mini-v-1">
            <a:extLst xmlns:a="http://schemas.openxmlformats.org/drawingml/2006/main">
              <a:ext uri="{FF2B5EF4-FFF2-40B4-BE49-F238E27FC236}">
                <a16:creationId xmlns:a16="http://schemas.microsoft.com/office/drawing/2014/main" id="{B73E7C1E-D476-483F-B461-9A3598B9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4" name="mini-v-2">
            <a:extLst xmlns:a="http://schemas.openxmlformats.org/drawingml/2006/main">
              <a:ext uri="{FF2B5EF4-FFF2-40B4-BE49-F238E27FC236}">
                <a16:creationId xmlns:a16="http://schemas.microsoft.com/office/drawing/2014/main" id="{138F06E7-F1FE-4CC0-A5A9-374BD6F0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5" name="mini-v-3">
            <a:extLst xmlns:a="http://schemas.openxmlformats.org/drawingml/2006/main">
              <a:ext uri="{FF2B5EF4-FFF2-40B4-BE49-F238E27FC236}">
                <a16:creationId xmlns:a16="http://schemas.microsoft.com/office/drawing/2014/main" id="{2D8D43EF-8A52-489D-A767-A84203A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6" name="mini-h-row">
            <a:extLst xmlns:a="http://schemas.openxmlformats.org/drawingml/2006/main">
              <a:ext uri="{FF2B5EF4-FFF2-40B4-BE49-F238E27FC236}">
                <a16:creationId xmlns:a16="http://schemas.microsoft.com/office/drawing/2014/main" id="{4AFE8796-A57B-4677-BDB1-35587FB9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7" name="mini-a">
            <a:extLst xmlns:a="http://schemas.openxmlformats.org/drawingml/2006/main">
              <a:ext uri="{FF2B5EF4-FFF2-40B4-BE49-F238E27FC236}">
                <a16:creationId xmlns:a16="http://schemas.microsoft.com/office/drawing/2014/main" id="{A4CD636D-72EE-49E1-B05E-85DA13A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mini-a0">
            <a:extLst xmlns:a="http://schemas.openxmlformats.org/drawingml/2006/main">
              <a:ext uri="{FF2B5EF4-FFF2-40B4-BE49-F238E27FC236}">
                <a16:creationId xmlns:a16="http://schemas.microsoft.com/office/drawing/2014/main" id="{23D29B6B-F61A-4431-A318-3C9A42E7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9" name="mini-a1">
            <a:extLst xmlns:a="http://schemas.openxmlformats.org/drawingml/2006/main">
              <a:ext uri="{FF2B5EF4-FFF2-40B4-BE49-F238E27FC236}">
                <a16:creationId xmlns:a16="http://schemas.microsoft.com/office/drawing/2014/main" id="{F6A73CAC-3DF3-428E-A368-EDBDE711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0" name="mini-av">
            <a:extLst xmlns:a="http://schemas.openxmlformats.org/drawingml/2006/main">
              <a:ext uri="{FF2B5EF4-FFF2-40B4-BE49-F238E27FC236}">
                <a16:creationId xmlns:a16="http://schemas.microsoft.com/office/drawing/2014/main" id="{69447E9A-8A48-40AE-9B54-5080528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14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1" name="mini-b">
            <a:extLst xmlns:a="http://schemas.openxmlformats.org/drawingml/2006/main">
              <a:ext uri="{FF2B5EF4-FFF2-40B4-BE49-F238E27FC236}">
                <a16:creationId xmlns:a16="http://schemas.microsoft.com/office/drawing/2014/main" id="{B9CC8B13-7240-4FD7-8648-A9C745CD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2" name="mini-b0">
            <a:extLst xmlns:a="http://schemas.openxmlformats.org/drawingml/2006/main">
              <a:ext uri="{FF2B5EF4-FFF2-40B4-BE49-F238E27FC236}">
                <a16:creationId xmlns:a16="http://schemas.microsoft.com/office/drawing/2014/main" id="{7506AE3E-C9F6-4813-BF53-188D0CA9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3" name="mini-b1">
            <a:extLst xmlns:a="http://schemas.openxmlformats.org/drawingml/2006/main">
              <a:ext uri="{FF2B5EF4-FFF2-40B4-BE49-F238E27FC236}">
                <a16:creationId xmlns:a16="http://schemas.microsoft.com/office/drawing/2014/main" id="{F31AB98D-97D7-46D4-A32F-CD6A9E60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mini-bv">
            <a:extLst xmlns:a="http://schemas.openxmlformats.org/drawingml/2006/main">
              <a:ext uri="{FF2B5EF4-FFF2-40B4-BE49-F238E27FC236}">
                <a16:creationId xmlns:a16="http://schemas.microsoft.com/office/drawing/2014/main" id="{2D341D54-FACC-44F0-9EEB-B362DFE4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057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5" name="generator-stack-back">
            <a:extLst xmlns:a="http://schemas.openxmlformats.org/drawingml/2006/main">
              <a:ext uri="{FF2B5EF4-FFF2-40B4-BE49-F238E27FC236}">
                <a16:creationId xmlns:a16="http://schemas.microsoft.com/office/drawing/2014/main" id="{1EBFF067-F38E-4E7D-92A7-817F5788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B87F">
              <a:alpha val="10000"/>
            </a:srgbClr>
          </a:solidFill>
          <a:ln xmlns:a="http://schemas.openxmlformats.org/drawingml/2006/main" w="11430">
            <a:solidFill>
              <a:srgbClr val="B4B87F"/>
            </a:solidFill>
            <a:prstDash val="solid"/>
          </a:ln>
        </p:spPr>
      </p:sp>
      <p:sp>
        <p:nvSpPr>
          <p:cNvPr id="56" name="generator-stack-front">
            <a:extLst xmlns:a="http://schemas.openxmlformats.org/drawingml/2006/main">
              <a:ext uri="{FF2B5EF4-FFF2-40B4-BE49-F238E27FC236}">
                <a16:creationId xmlns:a16="http://schemas.microsoft.com/office/drawing/2014/main" id="{E04DA68E-466A-476F-9159-9DFC62F3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57" name="generator-label">
            <a:extLst xmlns:a="http://schemas.openxmlformats.org/drawingml/2006/main">
              <a:ext uri="{FF2B5EF4-FFF2-40B4-BE49-F238E27FC236}">
                <a16:creationId xmlns:a16="http://schemas.microsoft.com/office/drawing/2014/main" id="{D46925AC-DA07-4885-8FE9-F461DE54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1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domain + schema</a:t>
            </a:r>
          </a:p>
        </p:txBody>
      </p:sp>
      <p:sp>
        <p:nvSpPr>
          <p:cNvPr id="58" name="generator-sub">
            <a:extLst xmlns:a="http://schemas.openxmlformats.org/drawingml/2006/main">
              <a:ext uri="{FF2B5EF4-FFF2-40B4-BE49-F238E27FC236}">
                <a16:creationId xmlns:a16="http://schemas.microsoft.com/office/drawing/2014/main" id="{2B475DB7-8813-4CE1-B2F5-68E570FC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0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frozen task spec</a:t>
            </a:r>
          </a:p>
        </p:txBody>
      </p:sp>
      <p:sp>
        <p:nvSpPr>
          <p:cNvPr id="59" name="blueprint-foot">
            <a:extLst xmlns:a="http://schemas.openxmlformats.org/drawingml/2006/main">
              <a:ext uri="{FF2B5EF4-FFF2-40B4-BE49-F238E27FC236}">
                <a16:creationId xmlns:a16="http://schemas.microsoft.com/office/drawing/2014/main" id="{1675B25A-09E2-445E-A368-5DC842A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2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Defines the resolver, action, and validity slice</a:t>
            </a:r>
          </a:p>
        </p:txBody>
      </p:sp>
      <p:sp>
        <p:nvSpPr>
          <p:cNvPr id="60" name="step-2-badge">
            <a:extLst xmlns:a="http://schemas.openxmlformats.org/drawingml/2006/main">
              <a:ext uri="{FF2B5EF4-FFF2-40B4-BE49-F238E27FC236}">
                <a16:creationId xmlns:a16="http://schemas.microsoft.com/office/drawing/2014/main" id="{BD494A5F-3E23-40BC-8F75-C0BC747E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0">
            <a:solidFill>
              <a:srgbClr val="EABC6B"/>
            </a:solidFill>
            <a:prstDash val="solid"/>
          </a:ln>
        </p:spPr>
      </p:sp>
      <p:sp>
        <p:nvSpPr>
          <p:cNvPr id="61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7C2D62F9-A6F8-43E6-8809-9C9E8E0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03832AF6-BF69-4687-B93E-76823417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858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EABC6B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EABC6B"/>
                </a:solidFill>
                <a:latin typeface="Arial"/>
                <a:ea typeface="Arial"/>
                <a:cs typeface="Arial"/>
              </a:rPr>
              <a:t>SHARED TRANSITION</a:t>
            </a:r>
          </a:p>
        </p:txBody>
      </p:sp>
      <p:sp>
        <p:nvSpPr>
          <p:cNvPr id="63" name="state-space-label">
            <a:extLst xmlns:a="http://schemas.openxmlformats.org/drawingml/2006/main">
              <a:ext uri="{FF2B5EF4-FFF2-40B4-BE49-F238E27FC236}">
                <a16:creationId xmlns:a16="http://schemas.microsoft.com/office/drawing/2014/main" id="{3BDC26F4-DF84-48C7-A11F-C0FCA5D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811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selector score</a:t>
            </a:r>
          </a:p>
        </p:txBody>
      </p:sp>
      <p:sp>
        <p:nvSpPr>
          <p:cNvPr id="64" name="s0-space">
            <a:extLst xmlns:a="http://schemas.openxmlformats.org/drawingml/2006/main">
              <a:ext uri="{FF2B5EF4-FFF2-40B4-BE49-F238E27FC236}">
                <a16:creationId xmlns:a16="http://schemas.microsoft.com/office/drawing/2014/main" id="{45E8EFC4-4B78-4071-8D14-16FC197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1123950" cy="2000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65" name="s1-space">
            <a:extLst xmlns:a="http://schemas.openxmlformats.org/drawingml/2006/main">
              <a:ext uri="{FF2B5EF4-FFF2-40B4-BE49-F238E27FC236}">
                <a16:creationId xmlns:a16="http://schemas.microsoft.com/office/drawing/2014/main" id="{3FA1CAF6-C106-4883-AB0E-EDEB52F5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123950" cy="2000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66" name="s0-space-title">
            <a:extLst xmlns:a="http://schemas.openxmlformats.org/drawingml/2006/main">
              <a:ext uri="{FF2B5EF4-FFF2-40B4-BE49-F238E27FC236}">
                <a16:creationId xmlns:a16="http://schemas.microsoft.com/office/drawing/2014/main" id="{4BD43955-8DA6-492F-9B0C-45897FAA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67" name="s1-space-title">
            <a:extLst xmlns:a="http://schemas.openxmlformats.org/drawingml/2006/main">
              <a:ext uri="{FF2B5EF4-FFF2-40B4-BE49-F238E27FC236}">
                <a16:creationId xmlns:a16="http://schemas.microsoft.com/office/drawing/2014/main" id="{AF9B1D80-79FA-43D6-93CF-506202D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68" name="s0-axis">
            <a:extLst xmlns:a="http://schemas.openxmlformats.org/drawingml/2006/main">
              <a:ext uri="{FF2B5EF4-FFF2-40B4-BE49-F238E27FC236}">
                <a16:creationId xmlns:a16="http://schemas.microsoft.com/office/drawing/2014/main" id="{B6AE9C28-735D-459F-9A07-CBACDC7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86000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7A7F"/>
            </a:solidFill>
            <a:prstDash val="solid"/>
          </a:ln>
        </p:spPr>
      </p:sp>
      <p:sp>
        <p:nvSpPr>
          <p:cNvPr id="69" name="s1-axis">
            <a:extLst xmlns:a="http://schemas.openxmlformats.org/drawingml/2006/main">
              <a:ext uri="{FF2B5EF4-FFF2-40B4-BE49-F238E27FC236}">
                <a16:creationId xmlns:a16="http://schemas.microsoft.com/office/drawing/2014/main" id="{1EBA3DB3-B602-41A5-86DF-2DB2FB83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86000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7A7F"/>
            </a:solidFill>
            <a:prstDash val="solid"/>
          </a:ln>
        </p:spPr>
      </p:sp>
      <p:sp>
        <p:nvSpPr>
          <p:cNvPr id="70" name="s0-high">
            <a:extLst xmlns:a="http://schemas.openxmlformats.org/drawingml/2006/main">
              <a:ext uri="{FF2B5EF4-FFF2-40B4-BE49-F238E27FC236}">
                <a16:creationId xmlns:a16="http://schemas.microsoft.com/office/drawing/2014/main" id="{1E81AED9-7797-488A-8B41-58AEEE3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1" name="s0-low">
            <a:extLst xmlns:a="http://schemas.openxmlformats.org/drawingml/2006/main">
              <a:ext uri="{FF2B5EF4-FFF2-40B4-BE49-F238E27FC236}">
                <a16:creationId xmlns:a16="http://schemas.microsoft.com/office/drawing/2014/main" id="{0B4527A8-7F8E-4FC6-A0B3-617E6D14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2" name="s1-high">
            <a:extLst xmlns:a="http://schemas.openxmlformats.org/drawingml/2006/main">
              <a:ext uri="{FF2B5EF4-FFF2-40B4-BE49-F238E27FC236}">
                <a16:creationId xmlns:a16="http://schemas.microsoft.com/office/drawing/2014/main" id="{A6A5B393-286E-431A-A65A-3EE5D9A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3" name="s1-low">
            <a:extLst xmlns:a="http://schemas.openxmlformats.org/drawingml/2006/main">
              <a:ext uri="{FF2B5EF4-FFF2-40B4-BE49-F238E27FC236}">
                <a16:creationId xmlns:a16="http://schemas.microsoft.com/office/drawing/2014/main" id="{A51287DF-5150-4C72-95DA-520208B0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337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4" name="s0-a">
            <a:extLst xmlns:a="http://schemas.openxmlformats.org/drawingml/2006/main">
              <a:ext uri="{FF2B5EF4-FFF2-40B4-BE49-F238E27FC236}">
                <a16:creationId xmlns:a16="http://schemas.microsoft.com/office/drawing/2014/main" id="{1135ABF9-3B62-4DEE-8FEF-51363284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12000"/>
            </a:srgbClr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5" name="s0-b">
            <a:extLst xmlns:a="http://schemas.openxmlformats.org/drawingml/2006/main">
              <a:ext uri="{FF2B5EF4-FFF2-40B4-BE49-F238E27FC236}">
                <a16:creationId xmlns:a16="http://schemas.microsoft.com/office/drawing/2014/main" id="{78CA199E-B1B4-4798-A7C0-6C6E4E02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6" name="s1-b">
            <a:extLst xmlns:a="http://schemas.openxmlformats.org/drawingml/2006/main">
              <a:ext uri="{FF2B5EF4-FFF2-40B4-BE49-F238E27FC236}">
                <a16:creationId xmlns:a16="http://schemas.microsoft.com/office/drawing/2014/main" id="{541E7BF5-DC56-407A-9E30-263193A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12000"/>
            </a:srgbClr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7" name="s1-a">
            <a:extLst xmlns:a="http://schemas.openxmlformats.org/drawingml/2006/main">
              <a:ext uri="{FF2B5EF4-FFF2-40B4-BE49-F238E27FC236}">
                <a16:creationId xmlns:a16="http://schemas.microsoft.com/office/drawing/2014/main" id="{ABA57E08-3F14-442E-8359-2C92AB30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fresh-tag">
            <a:extLst xmlns:a="http://schemas.openxmlformats.org/drawingml/2006/main">
              <a:ext uri="{FF2B5EF4-FFF2-40B4-BE49-F238E27FC236}">
                <a16:creationId xmlns:a16="http://schemas.microsoft.com/office/drawing/2014/main" id="{62B67F71-8E98-4F52-8C3A-936DCDF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62175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85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79" name="transition-facts">
            <a:extLst xmlns:a="http://schemas.openxmlformats.org/drawingml/2006/main">
              <a:ext uri="{FF2B5EF4-FFF2-40B4-BE49-F238E27FC236}">
                <a16:creationId xmlns:a16="http://schemas.microsoft.com/office/drawing/2014/main" id="{EEAD8237-74FB-4D79-BA03-C5285FEC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38600"/>
            <a:ext cx="2781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60AA84">
              <a:alpha val="6000"/>
            </a:srgbClr>
          </a:solidFill>
          <a:ln xmlns:a="http://schemas.openxmlformats.org/drawingml/2006/main" w="17145">
            <a:solidFill>
              <a:srgbClr val="60AA84"/>
            </a:solidFill>
            <a:prstDash val="solid"/>
          </a:ln>
        </p:spPr>
      </p:sp>
      <p:sp>
        <p:nvSpPr>
          <p:cNvPr id="80" name="facts-head">
            <a:extLst xmlns:a="http://schemas.openxmlformats.org/drawingml/2006/main">
              <a:ext uri="{FF2B5EF4-FFF2-40B4-BE49-F238E27FC236}">
                <a16:creationId xmlns:a16="http://schemas.microsoft.com/office/drawing/2014/main" id="{464579F3-0CAC-4771-8D40-7228F4B0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33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CONTROLLED CONTRAST</a:t>
            </a:r>
          </a:p>
        </p:txBody>
      </p:sp>
      <p:sp>
        <p:nvSpPr>
          <p:cNvPr id="81" name="fact-check-1">
            <a:extLst xmlns:a="http://schemas.openxmlformats.org/drawingml/2006/main">
              <a:ext uri="{FF2B5EF4-FFF2-40B4-BE49-F238E27FC236}">
                <a16:creationId xmlns:a16="http://schemas.microsoft.com/office/drawing/2014/main" id="{4EBB4E71-C105-4D47-AF10-1E99844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fact-inner-1">
            <a:extLst xmlns:a="http://schemas.openxmlformats.org/drawingml/2006/main">
              <a:ext uri="{FF2B5EF4-FFF2-40B4-BE49-F238E27FC236}">
                <a16:creationId xmlns:a16="http://schemas.microsoft.com/office/drawing/2014/main" id="{CA655A92-42A5-4052-9482-52AAC32D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00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fact-1">
            <a:extLst xmlns:a="http://schemas.openxmlformats.org/drawingml/2006/main">
              <a:ext uri="{FF2B5EF4-FFF2-40B4-BE49-F238E27FC236}">
                <a16:creationId xmlns:a16="http://schemas.microsoft.com/office/drawing/2014/main" id="{CEDFA62E-83A2-4B46-A667-87732D1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S0, S1, q, a fixed</a:t>
            </a:r>
          </a:p>
        </p:txBody>
      </p:sp>
      <p:sp>
        <p:nvSpPr>
          <p:cNvPr id="84" name="fact-check-2">
            <a:extLst xmlns:a="http://schemas.openxmlformats.org/drawingml/2006/main">
              <a:ext uri="{FF2B5EF4-FFF2-40B4-BE49-F238E27FC236}">
                <a16:creationId xmlns:a16="http://schemas.microsoft.com/office/drawing/2014/main" id="{1A54C437-814D-4BAA-AA7F-3E8E8DB1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fact-inner-2">
            <a:extLst xmlns:a="http://schemas.openxmlformats.org/drawingml/2006/main">
              <a:ext uri="{FF2B5EF4-FFF2-40B4-BE49-F238E27FC236}">
                <a16:creationId xmlns:a16="http://schemas.microsoft.com/office/drawing/2014/main" id="{58F10A67-B999-4A20-A1F0-AA6AB764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1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fact-2">
            <a:extLst xmlns:a="http://schemas.openxmlformats.org/drawingml/2006/main">
              <a:ext uri="{FF2B5EF4-FFF2-40B4-BE49-F238E27FC236}">
                <a16:creationId xmlns:a16="http://schemas.microsoft.com/office/drawing/2014/main" id="{A92606DA-F599-4AE4-B8B6-555BDE3C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958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A remains actionable</a:t>
            </a:r>
          </a:p>
        </p:txBody>
      </p:sp>
      <p:sp>
        <p:nvSpPr>
          <p:cNvPr id="87" name="fact-check-3">
            <a:extLst xmlns:a="http://schemas.openxmlformats.org/drawingml/2006/main">
              <a:ext uri="{FF2B5EF4-FFF2-40B4-BE49-F238E27FC236}">
                <a16:creationId xmlns:a16="http://schemas.microsoft.com/office/drawing/2014/main" id="{E5321974-F08F-4E27-93E9-A45C73C1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91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fact-inner-3">
            <a:extLst xmlns:a="http://schemas.openxmlformats.org/drawingml/2006/main">
              <a:ext uri="{FF2B5EF4-FFF2-40B4-BE49-F238E27FC236}">
                <a16:creationId xmlns:a16="http://schemas.microsoft.com/office/drawing/2014/main" id="{836D7C02-818A-4CE4-80DE-C6D3CF5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43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fact-3">
            <a:extLst xmlns:a="http://schemas.openxmlformats.org/drawingml/2006/main">
              <a:ext uri="{FF2B5EF4-FFF2-40B4-BE49-F238E27FC236}">
                <a16:creationId xmlns:a16="http://schemas.microsoft.com/office/drawing/2014/main" id="{97AD5232-7AE6-4D2B-9219-0F043B74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149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winner changes A -&gt; B</a:t>
            </a:r>
          </a:p>
        </p:txBody>
      </p:sp>
      <p:sp>
        <p:nvSpPr>
          <p:cNvPr id="90" name="transition-foot">
            <a:extLst xmlns:a="http://schemas.openxmlformats.org/drawingml/2006/main">
              <a:ext uri="{FF2B5EF4-FFF2-40B4-BE49-F238E27FC236}">
                <a16:creationId xmlns:a16="http://schemas.microsoft.com/office/drawing/2014/main" id="{3F48AE19-C6AD-4EB0-BDF1-6109F448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9626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World state changes;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725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authorization may not.</a:t>
            </a:r>
          </a:p>
        </p:txBody>
      </p:sp>
      <p:sp>
        <p:nvSpPr>
          <p:cNvPr id="91" name="core-panel">
            <a:extLst xmlns:a="http://schemas.openxmlformats.org/drawingml/2006/main">
              <a:ext uri="{FF2B5EF4-FFF2-40B4-BE49-F238E27FC236}">
                <a16:creationId xmlns:a16="http://schemas.microsoft.com/office/drawing/2014/main" id="{3319D59D-24BC-42E5-9FA3-4F7EFDA0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38200"/>
            <a:ext cx="3829050" cy="60198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248D82">
              <a:alpha val="6000"/>
            </a:srgbClr>
          </a:solidFill>
          <a:ln xmlns:a="http://schemas.openxmlformats.org/drawingml/2006/main" w="24765">
            <a:solidFill>
              <a:srgbClr val="248D82"/>
            </a:solidFill>
            <a:prstDash val="solid"/>
          </a:ln>
        </p:spPr>
      </p:sp>
      <p:sp>
        <p:nvSpPr>
          <p:cNvPr id="92" name="core-head">
            <a:extLst xmlns:a="http://schemas.openxmlformats.org/drawingml/2006/main">
              <a:ext uri="{FF2B5EF4-FFF2-40B4-BE49-F238E27FC236}">
                <a16:creationId xmlns:a16="http://schemas.microsoft.com/office/drawing/2014/main" id="{D20ED501-DCDA-4E2D-AFCC-1F07E1C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38200"/>
            <a:ext cx="382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93" name="core-title">
            <a:extLst xmlns:a="http://schemas.openxmlformats.org/drawingml/2006/main">
              <a:ext uri="{FF2B5EF4-FFF2-40B4-BE49-F238E27FC236}">
                <a16:creationId xmlns:a16="http://schemas.microsoft.com/office/drawing/2014/main" id="{D65544D6-96D6-4FF9-968C-AB8A835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66775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 MATCHED PAIR GENERATION</a:t>
            </a:r>
          </a:p>
        </p:txBody>
      </p:sp>
      <p:sp>
        <p:nvSpPr>
          <p:cNvPr id="94" name="core-question">
            <a:extLst xmlns:a="http://schemas.openxmlformats.org/drawingml/2006/main">
              <a:ext uri="{FF2B5EF4-FFF2-40B4-BE49-F238E27FC236}">
                <a16:creationId xmlns:a16="http://schemas.microsoft.com/office/drawing/2014/main" id="{7005FF03-652B-491B-AFAB-1BB4C685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WHEN DOES THE TARGET RESOLVE?</a:t>
            </a:r>
          </a:p>
        </p:txBody>
      </p:sp>
      <p:sp>
        <p:nvSpPr>
          <p:cNvPr id="95" name="timing-switch">
            <a:extLst xmlns:a="http://schemas.openxmlformats.org/drawingml/2006/main">
              <a:ext uri="{FF2B5EF4-FFF2-40B4-BE49-F238E27FC236}">
                <a16:creationId xmlns:a16="http://schemas.microsoft.com/office/drawing/2014/main" id="{38CE03BF-A4E3-497B-9500-7470072C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240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A56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4A56"/>
                </a:solidFill>
                <a:latin typeface="Arial"/>
                <a:ea typeface="Arial"/>
                <a:cs typeface="Arial"/>
              </a:rPr>
              <a:t>BIND</a:t>
            </a:r>
          </a:p>
          <a:p xmlns:a="http://schemas.openxmlformats.org/drawingml/2006/main">
            <a:pPr algn="ctr">
              <a:defRPr sz="1650" b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4A56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6" name="timing-stem">
            <a:extLst xmlns:a="http://schemas.openxmlformats.org/drawingml/2006/main">
              <a:ext uri="{FF2B5EF4-FFF2-40B4-BE49-F238E27FC236}">
                <a16:creationId xmlns:a16="http://schemas.microsoft.com/office/drawing/2014/main" id="{16C9186B-094D-4099-8A36-11F2117C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97" name="timing-branch">
            <a:extLst xmlns:a="http://schemas.openxmlformats.org/drawingml/2006/main">
              <a:ext uri="{FF2B5EF4-FFF2-40B4-BE49-F238E27FC236}">
                <a16:creationId xmlns:a16="http://schemas.microsoft.com/office/drawing/2014/main" id="{C6D635AC-8B75-4FBA-AA5F-FF2D6FD7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98" name="timing-down-p">
            <a:extLst xmlns:a="http://schemas.openxmlformats.org/drawingml/2006/main">
              <a:ext uri="{FF2B5EF4-FFF2-40B4-BE49-F238E27FC236}">
                <a16:creationId xmlns:a16="http://schemas.microsoft.com/office/drawing/2014/main" id="{CC9505AB-7E68-44BC-AD14-B5A240EE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6D4E"/>
            </a:solidFill>
            <a:prstDash val="solid"/>
          </a:ln>
        </p:spPr>
      </p:sp>
      <p:sp>
        <p:nvSpPr>
          <p:cNvPr id="99" name="timing-down-r">
            <a:extLst xmlns:a="http://schemas.openxmlformats.org/drawingml/2006/main">
              <a:ext uri="{FF2B5EF4-FFF2-40B4-BE49-F238E27FC236}">
                <a16:creationId xmlns:a16="http://schemas.microsoft.com/office/drawing/2014/main" id="{471DA91A-D5D9-4A56-AA39-E2F6FD81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48D82"/>
            </a:solidFill>
            <a:prstDash val="solid"/>
          </a:ln>
        </p:spPr>
      </p:sp>
      <p:sp>
        <p:nvSpPr>
          <p:cNvPr id="100" name="preserve-track">
            <a:extLst xmlns:a="http://schemas.openxmlformats.org/drawingml/2006/main">
              <a:ext uri="{FF2B5EF4-FFF2-40B4-BE49-F238E27FC236}">
                <a16:creationId xmlns:a16="http://schemas.microsoft.com/office/drawing/2014/main" id="{9AFA5FA3-3231-4276-9E4E-B4BBEFCD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3909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101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E4B9DD17-177A-434B-B604-69692BAB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1950" cy="3429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56D4E"/>
            </a:solidFill>
            <a:prstDash val="solid"/>
          </a:ln>
        </p:spPr>
      </p:sp>
      <p:sp>
        <p:nvSpPr>
          <p:cNvPr id="102" name="preserve-lock-mask">
            <a:extLst xmlns:a="http://schemas.openxmlformats.org/drawingml/2006/main">
              <a:ext uri="{FF2B5EF4-FFF2-40B4-BE49-F238E27FC236}">
                <a16:creationId xmlns:a16="http://schemas.microsoft.com/office/drawing/2014/main" id="{12DA538C-58FA-49DE-BD08-E1DF9531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48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3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A7B069A9-FEDF-4C10-B9AB-8E747A19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6D4E"/>
          </a:solidFill>
          <a:ln xmlns:a="http://schemas.openxmlformats.org/drawingml/2006/main" w="0">
            <a:solidFill>
              <a:srgbClr val="E56D4E"/>
            </a:solidFill>
            <a:prstDash val="solid"/>
          </a:ln>
        </p:spPr>
      </p:sp>
      <p:sp>
        <p:nvSpPr>
          <p:cNvPr id="104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2B06027A-2315-4FD4-ABE8-91C60093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3795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preserve-lock-key-stem">
            <a:extLst xmlns:a="http://schemas.openxmlformats.org/drawingml/2006/main">
              <a:ext uri="{FF2B5EF4-FFF2-40B4-BE49-F238E27FC236}">
                <a16:creationId xmlns:a16="http://schemas.microsoft.com/office/drawing/2014/main" id="{F1C2E2BD-C7E6-435B-B692-9BB712C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7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6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A80AD9BF-E005-4932-9B7A-50A23B4E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07" name="preserve-script">
            <a:extLst xmlns:a="http://schemas.openxmlformats.org/drawingml/2006/main">
              <a:ext uri="{FF2B5EF4-FFF2-40B4-BE49-F238E27FC236}">
                <a16:creationId xmlns:a16="http://schemas.microsoft.com/office/drawing/2014/main" id="{DA5801B9-1877-46B1-9D77-D6E18274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9092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4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select now  -&gt;  refresh  -&gt;  act on it</a:t>
            </a:r>
          </a:p>
        </p:txBody>
      </p:sp>
      <p:sp>
        <p:nvSpPr>
          <p:cNvPr id="108" name="preserve-bound">
            <a:extLst xmlns:a="http://schemas.openxmlformats.org/drawingml/2006/main">
              <a:ext uri="{FF2B5EF4-FFF2-40B4-BE49-F238E27FC236}">
                <a16:creationId xmlns:a16="http://schemas.microsoft.com/office/drawing/2014/main" id="{618781D2-CC80-4322-8BA8-4A24773F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9" name="preserve-gold">
            <a:extLst xmlns:a="http://schemas.openxmlformats.org/drawingml/2006/main">
              <a:ext uri="{FF2B5EF4-FFF2-40B4-BE49-F238E27FC236}">
                <a16:creationId xmlns:a16="http://schemas.microsoft.com/office/drawing/2014/main" id="{58C843C4-FFE5-4824-A0FB-F7AABC7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76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0" name="preserve-bound-label">
            <a:extLst xmlns:a="http://schemas.openxmlformats.org/drawingml/2006/main">
              <a:ext uri="{FF2B5EF4-FFF2-40B4-BE49-F238E27FC236}">
                <a16:creationId xmlns:a16="http://schemas.microsoft.com/office/drawing/2014/main" id="{EECA9449-CFAD-43A1-9639-253EE3E0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0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bound S0</a:t>
            </a:r>
          </a:p>
        </p:txBody>
      </p:sp>
      <p:sp>
        <p:nvSpPr>
          <p:cNvPr id="111" name="preserve-gold-label">
            <a:extLst xmlns:a="http://schemas.openxmlformats.org/drawingml/2006/main">
              <a:ext uri="{FF2B5EF4-FFF2-40B4-BE49-F238E27FC236}">
                <a16:creationId xmlns:a16="http://schemas.microsoft.com/office/drawing/2014/main" id="{3C361551-EE77-47FB-A9F1-50155DC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10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12" name="reeval-track">
            <a:extLst xmlns:a="http://schemas.openxmlformats.org/drawingml/2006/main">
              <a:ext uri="{FF2B5EF4-FFF2-40B4-BE49-F238E27FC236}">
                <a16:creationId xmlns:a16="http://schemas.microsoft.com/office/drawing/2014/main" id="{36851881-5F4D-45FF-BA44-F3747F2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33909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113" name="reeval-clock-face">
            <a:extLst xmlns:a="http://schemas.openxmlformats.org/drawingml/2006/main">
              <a:ext uri="{FF2B5EF4-FFF2-40B4-BE49-F238E27FC236}">
                <a16:creationId xmlns:a16="http://schemas.microsoft.com/office/drawing/2014/main" id="{3DBC714F-28D9-4DDF-B4B1-EBE3C68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reeval-clock-hand-1">
            <a:extLst xmlns:a="http://schemas.openxmlformats.org/drawingml/2006/main">
              <a:ext uri="{FF2B5EF4-FFF2-40B4-BE49-F238E27FC236}">
                <a16:creationId xmlns:a16="http://schemas.microsoft.com/office/drawing/2014/main" id="{0531C236-38EC-4F7D-A337-D796D4E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720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115" name="reeval-clock-hand-2">
            <a:extLst xmlns:a="http://schemas.openxmlformats.org/drawingml/2006/main">
              <a:ext uri="{FF2B5EF4-FFF2-40B4-BE49-F238E27FC236}">
                <a16:creationId xmlns:a16="http://schemas.microsoft.com/office/drawing/2014/main" id="{664C2F78-AC91-4069-B0D4-263D0C0B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14950"/>
            <a:ext cx="1333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116" name="reeval-clock-hub">
            <a:extLst xmlns:a="http://schemas.openxmlformats.org/drawingml/2006/main">
              <a:ext uri="{FF2B5EF4-FFF2-40B4-BE49-F238E27FC236}">
                <a16:creationId xmlns:a16="http://schemas.microsoft.com/office/drawing/2014/main" id="{D672F0C0-7197-4548-86F7-8577812B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5281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reeval-mode">
            <a:extLst xmlns:a="http://schemas.openxmlformats.org/drawingml/2006/main">
              <a:ext uri="{FF2B5EF4-FFF2-40B4-BE49-F238E27FC236}">
                <a16:creationId xmlns:a16="http://schemas.microsoft.com/office/drawing/2014/main" id="{C7407A4A-771F-445C-8F1C-A45607CD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118" name="reeval-script">
            <a:extLst xmlns:a="http://schemas.openxmlformats.org/drawingml/2006/main">
              <a:ext uri="{FF2B5EF4-FFF2-40B4-BE49-F238E27FC236}">
                <a16:creationId xmlns:a16="http://schemas.microsoft.com/office/drawing/2014/main" id="{2E3421D0-066A-4763-8C95-5B38A26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1492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refresh  -&gt;  select  -&gt;  act</a:t>
            </a:r>
          </a:p>
        </p:txBody>
      </p:sp>
      <p:sp>
        <p:nvSpPr>
          <p:cNvPr id="119" name="reeval-deferred">
            <a:extLst xmlns:a="http://schemas.openxmlformats.org/drawingml/2006/main">
              <a:ext uri="{FF2B5EF4-FFF2-40B4-BE49-F238E27FC236}">
                <a16:creationId xmlns:a16="http://schemas.microsoft.com/office/drawing/2014/main" id="{449CD2CD-A2F2-4AFD-8ECF-2C7C0339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229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20" name="reeval-gold">
            <a:extLst xmlns:a="http://schemas.openxmlformats.org/drawingml/2006/main">
              <a:ext uri="{FF2B5EF4-FFF2-40B4-BE49-F238E27FC236}">
                <a16:creationId xmlns:a16="http://schemas.microsoft.com/office/drawing/2014/main" id="{CC25F63F-0ACE-44B2-86FB-04FAF758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00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1" name="reeval-deferred-label">
            <a:extLst xmlns:a="http://schemas.openxmlformats.org/drawingml/2006/main">
              <a:ext uri="{FF2B5EF4-FFF2-40B4-BE49-F238E27FC236}">
                <a16:creationId xmlns:a16="http://schemas.microsoft.com/office/drawing/2014/main" id="{49AF8B8E-7D61-47CB-BB49-5499433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959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122" name="reeval-gold-label">
            <a:extLst xmlns:a="http://schemas.openxmlformats.org/drawingml/2006/main">
              <a:ext uri="{FF2B5EF4-FFF2-40B4-BE49-F238E27FC236}">
                <a16:creationId xmlns:a16="http://schemas.microsoft.com/office/drawing/2014/main" id="{ADC256C4-BF74-46B4-91CB-CD76DE99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34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23" name="core-conclusion">
            <a:extLst xmlns:a="http://schemas.openxmlformats.org/drawingml/2006/main">
              <a:ext uri="{FF2B5EF4-FFF2-40B4-BE49-F238E27FC236}">
                <a16:creationId xmlns:a16="http://schemas.microsoft.com/office/drawing/2014/main" id="{8CC2DF97-C974-4167-B308-B2324798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229350"/>
            <a:ext cx="2895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124" name="core-conclusion-text">
            <a:extLst xmlns:a="http://schemas.openxmlformats.org/drawingml/2006/main">
              <a:ext uri="{FF2B5EF4-FFF2-40B4-BE49-F238E27FC236}">
                <a16:creationId xmlns:a16="http://schemas.microsoft.com/office/drawing/2014/main" id="{172ABF51-CBF3-4A56-9657-C5BD8A4A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286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7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SAME TASK CONTENT  |  OPPOSITE GOLDS</a:t>
            </a:r>
          </a:p>
        </p:txBody>
      </p:sp>
      <p:sp>
        <p:nvSpPr>
          <p:cNvPr id="125" name="step-4-badge">
            <a:extLst xmlns:a="http://schemas.openxmlformats.org/drawingml/2006/main">
              <a:ext uri="{FF2B5EF4-FFF2-40B4-BE49-F238E27FC236}">
                <a16:creationId xmlns:a16="http://schemas.microsoft.com/office/drawing/2014/main" id="{94EC72B9-C5C3-4248-925A-F886960F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126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95222ACE-71DB-423D-942C-C307A7B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7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3CE64C01-BE08-4DC4-88BA-5321FC7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858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RUN BOTH MEMBERS</a:t>
            </a:r>
          </a:p>
        </p:txBody>
      </p:sp>
      <p:sp>
        <p:nvSpPr>
          <p:cNvPr id="128" name="run-same-interface">
            <a:extLst xmlns:a="http://schemas.openxmlformats.org/drawingml/2006/main">
              <a:ext uri="{FF2B5EF4-FFF2-40B4-BE49-F238E27FC236}">
                <a16:creationId xmlns:a16="http://schemas.microsoft.com/office/drawing/2014/main" id="{E98D8966-D59B-4D76-B65F-9780C29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04925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same states, tools, and controller interface</a:t>
            </a:r>
          </a:p>
        </p:txBody>
      </p:sp>
      <p:sp>
        <p:nvSpPr>
          <p:cNvPr id="129" name="input-p">
            <a:extLst xmlns:a="http://schemas.openxmlformats.org/drawingml/2006/main">
              <a:ext uri="{FF2B5EF4-FFF2-40B4-BE49-F238E27FC236}">
                <a16:creationId xmlns:a16="http://schemas.microsoft.com/office/drawing/2014/main" id="{431E50BA-03BF-4B1D-B1B4-D944F59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838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130" name="input-p-text">
            <a:extLst xmlns:a="http://schemas.openxmlformats.org/drawingml/2006/main">
              <a:ext uri="{FF2B5EF4-FFF2-40B4-BE49-F238E27FC236}">
                <a16:creationId xmlns:a16="http://schemas.microsoft.com/office/drawing/2014/main" id="{8940AA87-B709-4272-AE4E-65DC672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336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31" name="input-r">
            <a:extLst xmlns:a="http://schemas.openxmlformats.org/drawingml/2006/main">
              <a:ext uri="{FF2B5EF4-FFF2-40B4-BE49-F238E27FC236}">
                <a16:creationId xmlns:a16="http://schemas.microsoft.com/office/drawing/2014/main" id="{891CC562-EBD8-48DE-8DE6-7664394A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24200"/>
            <a:ext cx="838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132" name="input-r-text">
            <a:extLst xmlns:a="http://schemas.openxmlformats.org/drawingml/2006/main">
              <a:ext uri="{FF2B5EF4-FFF2-40B4-BE49-F238E27FC236}">
                <a16:creationId xmlns:a16="http://schemas.microsoft.com/office/drawing/2014/main" id="{9CC89DBB-1DE4-4ECC-8A54-5FA4E84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718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3" name="controller-chip">
            <a:extLst xmlns:a="http://schemas.openxmlformats.org/drawingml/2006/main">
              <a:ext uri="{FF2B5EF4-FFF2-40B4-BE49-F238E27FC236}">
                <a16:creationId xmlns:a16="http://schemas.microsoft.com/office/drawing/2014/main" id="{3F376538-C760-42E8-B28E-51418032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809750"/>
            <a:ext cx="1790700" cy="241935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407A7F">
              <a:alpha val="6000"/>
            </a:srgbClr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134" name="controller-robot-antenna">
            <a:extLst xmlns:a="http://schemas.openxmlformats.org/drawingml/2006/main">
              <a:ext uri="{FF2B5EF4-FFF2-40B4-BE49-F238E27FC236}">
                <a16:creationId xmlns:a16="http://schemas.microsoft.com/office/drawing/2014/main" id="{663DA03F-37A2-42E4-A486-707C0EB7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962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35" name="controller-robot-tip">
            <a:extLst xmlns:a="http://schemas.openxmlformats.org/drawingml/2006/main">
              <a:ext uri="{FF2B5EF4-FFF2-40B4-BE49-F238E27FC236}">
                <a16:creationId xmlns:a16="http://schemas.microsoft.com/office/drawing/2014/main" id="{9C249832-B0B8-4BA6-AB3B-F9DB75D1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13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controller-robot-head">
            <a:extLst xmlns:a="http://schemas.openxmlformats.org/drawingml/2006/main">
              <a:ext uri="{FF2B5EF4-FFF2-40B4-BE49-F238E27FC236}">
                <a16:creationId xmlns:a16="http://schemas.microsoft.com/office/drawing/2014/main" id="{49F8AAB5-3752-4F4A-BEB8-6230A51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76450"/>
            <a:ext cx="9144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407A7F"/>
            </a:solidFill>
            <a:prstDash val="solid"/>
          </a:ln>
        </p:spPr>
      </p:sp>
      <p:sp>
        <p:nvSpPr>
          <p:cNvPr id="137" name="controller-robot-eye-1">
            <a:extLst xmlns:a="http://schemas.openxmlformats.org/drawingml/2006/main">
              <a:ext uri="{FF2B5EF4-FFF2-40B4-BE49-F238E27FC236}">
                <a16:creationId xmlns:a16="http://schemas.microsoft.com/office/drawing/2014/main" id="{C6733461-345F-457F-84D9-5F88FBE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controller-robot-eye-2">
            <a:extLst xmlns:a="http://schemas.openxmlformats.org/drawingml/2006/main">
              <a:ext uri="{FF2B5EF4-FFF2-40B4-BE49-F238E27FC236}">
                <a16:creationId xmlns:a16="http://schemas.microsoft.com/office/drawing/2014/main" id="{48E7FBE2-A902-477A-9462-ABE084C4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controller-robot-mouth">
            <a:extLst xmlns:a="http://schemas.openxmlformats.org/drawingml/2006/main">
              <a:ext uri="{FF2B5EF4-FFF2-40B4-BE49-F238E27FC236}">
                <a16:creationId xmlns:a16="http://schemas.microsoft.com/office/drawing/2014/main" id="{FAC1A270-2DA2-4967-8751-F97920E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533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140" name="controller-robot-pin-l-0">
            <a:extLst xmlns:a="http://schemas.openxmlformats.org/drawingml/2006/main">
              <a:ext uri="{FF2B5EF4-FFF2-40B4-BE49-F238E27FC236}">
                <a16:creationId xmlns:a16="http://schemas.microsoft.com/office/drawing/2014/main" id="{0C02A9B9-A1A9-42EB-875E-4D24972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288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1" name="controller-robot-pin-r-0">
            <a:extLst xmlns:a="http://schemas.openxmlformats.org/drawingml/2006/main">
              <a:ext uri="{FF2B5EF4-FFF2-40B4-BE49-F238E27FC236}">
                <a16:creationId xmlns:a16="http://schemas.microsoft.com/office/drawing/2014/main" id="{BBB76D17-F733-40EF-B8FE-59B9BF01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2288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2" name="controller-robot-pin-l-1">
            <a:extLst xmlns:a="http://schemas.openxmlformats.org/drawingml/2006/main">
              <a:ext uri="{FF2B5EF4-FFF2-40B4-BE49-F238E27FC236}">
                <a16:creationId xmlns:a16="http://schemas.microsoft.com/office/drawing/2014/main" id="{5C406229-A026-4B3C-9DB3-B447946E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00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3" name="controller-robot-pin-r-1">
            <a:extLst xmlns:a="http://schemas.openxmlformats.org/drawingml/2006/main">
              <a:ext uri="{FF2B5EF4-FFF2-40B4-BE49-F238E27FC236}">
                <a16:creationId xmlns:a16="http://schemas.microsoft.com/office/drawing/2014/main" id="{42256F82-D4B7-440F-A7D7-5AF70B06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400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4" name="controller-robot-pin-l-2">
            <a:extLst xmlns:a="http://schemas.openxmlformats.org/drawingml/2006/main">
              <a:ext uri="{FF2B5EF4-FFF2-40B4-BE49-F238E27FC236}">
                <a16:creationId xmlns:a16="http://schemas.microsoft.com/office/drawing/2014/main" id="{41EE64F2-A35D-42BA-8B3F-D8387661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5" name="controller-robot-pin-r-2">
            <a:extLst xmlns:a="http://schemas.openxmlformats.org/drawingml/2006/main">
              <a:ext uri="{FF2B5EF4-FFF2-40B4-BE49-F238E27FC236}">
                <a16:creationId xmlns:a16="http://schemas.microsoft.com/office/drawing/2014/main" id="{2E1DB126-C26A-4487-8D49-E5F05A1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571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6" name="controller-label">
            <a:extLst xmlns:a="http://schemas.openxmlformats.org/drawingml/2006/main">
              <a:ext uri="{FF2B5EF4-FFF2-40B4-BE49-F238E27FC236}">
                <a16:creationId xmlns:a16="http://schemas.microsoft.com/office/drawing/2014/main" id="{B915D4D7-EE97-4432-8D62-A468B69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765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PROBE</a:t>
            </a:r>
          </a:p>
        </p:txBody>
      </p:sp>
      <p:sp>
        <p:nvSpPr>
          <p:cNvPr id="147" name="controller-rule">
            <a:extLst xmlns:a="http://schemas.openxmlformats.org/drawingml/2006/main">
              <a:ext uri="{FF2B5EF4-FFF2-40B4-BE49-F238E27FC236}">
                <a16:creationId xmlns:a16="http://schemas.microsoft.com/office/drawing/2014/main" id="{140B4010-E297-47DF-8048-9AC5778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5433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148" name="controller-io">
            <a:extLst xmlns:a="http://schemas.openxmlformats.org/drawingml/2006/main">
              <a:ext uri="{FF2B5EF4-FFF2-40B4-BE49-F238E27FC236}">
                <a16:creationId xmlns:a16="http://schemas.microsoft.com/office/drawing/2014/main" id="{DC8F334B-73DA-4207-A196-C385268F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60045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8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+ history</a:t>
            </a:r>
          </a:p>
        </p:txBody>
      </p:sp>
      <p:sp>
        <p:nvSpPr>
          <p:cNvPr id="149" name="controller-target">
            <a:extLst xmlns:a="http://schemas.openxmlformats.org/drawingml/2006/main">
              <a:ext uri="{FF2B5EF4-FFF2-40B4-BE49-F238E27FC236}">
                <a16:creationId xmlns:a16="http://schemas.microsoft.com/office/drawing/2014/main" id="{43CF7CD8-5439-4D43-8B0E-582427BC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57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selected target ID</a:t>
            </a:r>
          </a:p>
        </p:txBody>
      </p:sp>
      <p:sp>
        <p:nvSpPr>
          <p:cNvPr id="150" name="output-p">
            <a:extLst xmlns:a="http://schemas.openxmlformats.org/drawingml/2006/main">
              <a:ext uri="{FF2B5EF4-FFF2-40B4-BE49-F238E27FC236}">
                <a16:creationId xmlns:a16="http://schemas.microsoft.com/office/drawing/2014/main" id="{3824C815-B516-4705-949E-AC276532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2352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T_P</a:t>
            </a:r>
          </a:p>
        </p:txBody>
      </p:sp>
      <p:sp>
        <p:nvSpPr>
          <p:cNvPr id="151" name="output-r">
            <a:extLst xmlns:a="http://schemas.openxmlformats.org/drawingml/2006/main">
              <a:ext uri="{FF2B5EF4-FFF2-40B4-BE49-F238E27FC236}">
                <a16:creationId xmlns:a16="http://schemas.microsoft.com/office/drawing/2014/main" id="{A69F37ED-79D9-4885-90AB-D01398B9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31908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T_R</a:t>
            </a:r>
          </a:p>
        </p:txBody>
      </p:sp>
      <p:sp>
        <p:nvSpPr>
          <p:cNvPr id="152" name="output-p-gold">
            <a:extLst xmlns:a="http://schemas.openxmlformats.org/drawingml/2006/main">
              <a:ext uri="{FF2B5EF4-FFF2-40B4-BE49-F238E27FC236}">
                <a16:creationId xmlns:a16="http://schemas.microsoft.com/office/drawing/2014/main" id="{DFFD54A0-C6FC-4925-9A81-1D0D7D88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981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 A</a:t>
            </a:r>
          </a:p>
        </p:txBody>
      </p:sp>
      <p:sp>
        <p:nvSpPr>
          <p:cNvPr id="153" name="output-r-gold">
            <a:extLst xmlns:a="http://schemas.openxmlformats.org/drawingml/2006/main">
              <a:ext uri="{FF2B5EF4-FFF2-40B4-BE49-F238E27FC236}">
                <a16:creationId xmlns:a16="http://schemas.microsoft.com/office/drawing/2014/main" id="{309E8341-425F-456C-9892-64A02565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8195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42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 B</a:t>
            </a:r>
          </a:p>
        </p:txBody>
      </p:sp>
      <p:sp>
        <p:nvSpPr>
          <p:cNvPr id="154" name="selected-id-db">
            <a:extLst xmlns:a="http://schemas.openxmlformats.org/drawingml/2006/main">
              <a:ext uri="{FF2B5EF4-FFF2-40B4-BE49-F238E27FC236}">
                <a16:creationId xmlns:a16="http://schemas.microsoft.com/office/drawing/2014/main" id="{20DD3683-4AA1-488E-BA3C-81551EC6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171950"/>
            <a:ext cx="62865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407A7F">
              <a:alpha val="10000"/>
            </a:srgbClr>
          </a:solidFill>
          <a:ln xmlns:a="http://schemas.openxmlformats.org/drawingml/2006/main" w="20955">
            <a:solidFill>
              <a:srgbClr val="407A7F"/>
            </a:solidFill>
            <a:prstDash val="solid"/>
          </a:ln>
        </p:spPr>
      </p:sp>
      <p:sp>
        <p:nvSpPr>
          <p:cNvPr id="155" name="selected-id-db-label">
            <a:extLst xmlns:a="http://schemas.openxmlformats.org/drawingml/2006/main">
              <a:ext uri="{FF2B5EF4-FFF2-40B4-BE49-F238E27FC236}">
                <a16:creationId xmlns:a16="http://schemas.microsoft.com/office/drawing/2014/main" id="{AC573F7F-F88F-4421-A815-C9D06072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362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56" name="action-tool">
            <a:extLst xmlns:a="http://schemas.openxmlformats.org/drawingml/2006/main">
              <a:ext uri="{FF2B5EF4-FFF2-40B4-BE49-F238E27FC236}">
                <a16:creationId xmlns:a16="http://schemas.microsoft.com/office/drawing/2014/main" id="{56C87FF5-551B-4B22-B56E-508EE5D0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200525"/>
            <a:ext cx="876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BC6B">
              <a:alpha val="18000"/>
            </a:srgbClr>
          </a:solidFill>
          <a:ln xmlns:a="http://schemas.openxmlformats.org/drawingml/2006/main" w="19050">
            <a:solidFill>
              <a:srgbClr val="EABC6B"/>
            </a:solidFill>
            <a:prstDash val="solid"/>
          </a:ln>
        </p:spPr>
      </p:sp>
      <p:sp>
        <p:nvSpPr>
          <p:cNvPr id="157" name="action-tool-label">
            <a:extLst xmlns:a="http://schemas.openxmlformats.org/drawingml/2006/main">
              <a:ext uri="{FF2B5EF4-FFF2-40B4-BE49-F238E27FC236}">
                <a16:creationId xmlns:a16="http://schemas.microsoft.com/office/drawing/2014/main" id="{2376B1B2-73FC-4016-9790-58682838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3053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MUTATE</a:t>
            </a:r>
          </a:p>
        </p:txBody>
      </p:sp>
      <p:sp>
        <p:nvSpPr>
          <p:cNvPr id="158" name="final-state-db">
            <a:extLst xmlns:a="http://schemas.openxmlformats.org/drawingml/2006/main">
              <a:ext uri="{FF2B5EF4-FFF2-40B4-BE49-F238E27FC236}">
                <a16:creationId xmlns:a16="http://schemas.microsoft.com/office/drawing/2014/main" id="{29DE8A1D-2615-4562-8FE5-FE339977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171950"/>
            <a:ext cx="62865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20955">
            <a:solidFill>
              <a:srgbClr val="60AA84"/>
            </a:solidFill>
            <a:prstDash val="solid"/>
          </a:ln>
        </p:spPr>
      </p:sp>
      <p:sp>
        <p:nvSpPr>
          <p:cNvPr id="159" name="final-state-db-label">
            <a:extLst xmlns:a="http://schemas.openxmlformats.org/drawingml/2006/main">
              <a:ext uri="{FF2B5EF4-FFF2-40B4-BE49-F238E27FC236}">
                <a16:creationId xmlns:a16="http://schemas.microsoft.com/office/drawing/2014/main" id="{4681A80F-2C73-42C8-ABC2-9A0C618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362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S1+</a:t>
            </a:r>
          </a:p>
        </p:txBody>
      </p:sp>
      <p:sp>
        <p:nvSpPr>
          <p:cNvPr id="160" name="consequence-label">
            <a:extLst xmlns:a="http://schemas.openxmlformats.org/drawingml/2006/main">
              <a:ext uri="{FF2B5EF4-FFF2-40B4-BE49-F238E27FC236}">
                <a16:creationId xmlns:a16="http://schemas.microsoft.com/office/drawing/2014/main" id="{F40CDBF3-E7A6-4319-B712-5A31D7CA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target-to-write consequence</a:t>
            </a:r>
          </a:p>
        </p:txBody>
      </p:sp>
      <p:sp>
        <p:nvSpPr>
          <p:cNvPr id="161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B3D5AAD2-7703-4BAE-B409-A45653EB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1495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B87F"/>
            </a:solidFill>
            <a:prstDash val="dash"/>
          </a:ln>
        </p:spPr>
      </p:sp>
      <p:sp>
        <p:nvSpPr>
          <p:cNvPr id="162" name="metric-pair-a">
            <a:extLst xmlns:a="http://schemas.openxmlformats.org/drawingml/2006/main">
              <a:ext uri="{FF2B5EF4-FFF2-40B4-BE49-F238E27FC236}">
                <a16:creationId xmlns:a16="http://schemas.microsoft.com/office/drawing/2014/main" id="{85147955-E6C5-4FD2-999B-812DD67D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19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3" name="metric-pair-b">
            <a:extLst xmlns:a="http://schemas.openxmlformats.org/drawingml/2006/main">
              <a:ext uri="{FF2B5EF4-FFF2-40B4-BE49-F238E27FC236}">
                <a16:creationId xmlns:a16="http://schemas.microsoft.com/office/drawing/2014/main" id="{ADBD8E90-FFC0-429B-BDD1-BCE1199F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419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4" name="metric-pair">
            <a:extLst xmlns:a="http://schemas.openxmlformats.org/drawingml/2006/main">
              <a:ext uri="{FF2B5EF4-FFF2-40B4-BE49-F238E27FC236}">
                <a16:creationId xmlns:a16="http://schemas.microsoft.com/office/drawing/2014/main" id="{0D6D7471-1148-45C2-BA2F-B94603E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721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PairAcc</a:t>
            </a:r>
          </a:p>
        </p:txBody>
      </p:sp>
      <p:sp>
        <p:nvSpPr>
          <p:cNvPr id="165" name="metric-pair-desc">
            <a:extLst xmlns:a="http://schemas.openxmlformats.org/drawingml/2006/main">
              <a:ext uri="{FF2B5EF4-FFF2-40B4-BE49-F238E27FC236}">
                <a16:creationId xmlns:a16="http://schemas.microsoft.com/office/drawing/2014/main" id="{30F8D2F4-0CCE-4D54-AFDB-02DFA97E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6388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both pair members correct</a:t>
            </a:r>
          </a:p>
        </p:txBody>
      </p:sp>
      <p:sp>
        <p:nvSpPr>
          <p:cNvPr id="166" name="metric-sub-a">
            <a:extLst xmlns:a="http://schemas.openxmlformats.org/drawingml/2006/main">
              <a:ext uri="{FF2B5EF4-FFF2-40B4-BE49-F238E27FC236}">
                <a16:creationId xmlns:a16="http://schemas.microsoft.com/office/drawing/2014/main" id="{E5075BF0-23B1-4DCD-A4C8-022CF234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93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7" name="metric-sub-arrow">
            <a:extLst xmlns:a="http://schemas.openxmlformats.org/drawingml/2006/main">
              <a:ext uri="{FF2B5EF4-FFF2-40B4-BE49-F238E27FC236}">
                <a16:creationId xmlns:a16="http://schemas.microsoft.com/office/drawing/2014/main" id="{884E124D-6AF3-4AAC-991D-D8AD2681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03885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68" name="metric-sub-b">
            <a:extLst xmlns:a="http://schemas.openxmlformats.org/drawingml/2006/main">
              <a:ext uri="{FF2B5EF4-FFF2-40B4-BE49-F238E27FC236}">
                <a16:creationId xmlns:a16="http://schemas.microsoft.com/office/drawing/2014/main" id="{0831EB54-87A1-4142-8694-AD67A5E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3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69" name="metric-sub">
            <a:extLst xmlns:a="http://schemas.openxmlformats.org/drawingml/2006/main">
              <a:ext uri="{FF2B5EF4-FFF2-40B4-BE49-F238E27FC236}">
                <a16:creationId xmlns:a16="http://schemas.microsoft.com/office/drawing/2014/main" id="{C31F8EC1-B873-430F-9D4B-4B304C84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959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170" name="metric-sub-desc">
            <a:extLst xmlns:a="http://schemas.openxmlformats.org/drawingml/2006/main">
              <a:ext uri="{FF2B5EF4-FFF2-40B4-BE49-F238E27FC236}">
                <a16:creationId xmlns:a16="http://schemas.microsoft.com/office/drawing/2014/main" id="{9EA30D04-9785-43DC-8631-26E1CF0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62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 replaces valid bound A</a:t>
            </a:r>
          </a:p>
        </p:txBody>
      </p:sp>
      <p:sp>
        <p:nvSpPr>
          <p:cNvPr id="171" name="metric-write-db">
            <a:extLst xmlns:a="http://schemas.openxmlformats.org/drawingml/2006/main">
              <a:ext uri="{FF2B5EF4-FFF2-40B4-BE49-F238E27FC236}">
                <a16:creationId xmlns:a16="http://schemas.microsoft.com/office/drawing/2014/main" id="{5A34F8DB-F132-48C3-B3C0-75DDFD4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514350" cy="4381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</p:sp>
      <p:sp>
        <p:nvSpPr>
          <p:cNvPr id="172" name="metric-write">
            <a:extLst xmlns:a="http://schemas.openxmlformats.org/drawingml/2006/main">
              <a:ext uri="{FF2B5EF4-FFF2-40B4-BE49-F238E27FC236}">
                <a16:creationId xmlns:a16="http://schemas.microsoft.com/office/drawing/2014/main" id="{6578BBA0-9F27-497F-975E-993ED17D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Executed state diff</a:t>
            </a:r>
          </a:p>
        </p:txBody>
      </p:sp>
      <p:sp>
        <p:nvSpPr>
          <p:cNvPr id="173" name="metric-write-desc">
            <a:extLst xmlns:a="http://schemas.openxmlformats.org/drawingml/2006/main">
              <a:ext uri="{FF2B5EF4-FFF2-40B4-BE49-F238E27FC236}">
                <a16:creationId xmlns:a16="http://schemas.microsoft.com/office/drawing/2014/main" id="{F1658E48-3D6D-4F72-BB09-AD24FF5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7627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which entity received the action</a:t>
            </a:r>
          </a:p>
        </p:txBody>
      </p:sp>
    </p:spTree>
    <p:extLst>
      <p:ext uri="{BB962C8B-B14F-4D97-AF65-F5344CB8AC3E}">
        <p14:creationId xmlns:p14="http://schemas.microsoft.com/office/powerpoint/2010/main" val="727032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2026-07-28T09:08:50.0250000Z</dcterms:created>
  <dcterms:modified xsi:type="dcterms:W3CDTF">2026-07-28T09:08:50.0250000Z</dcterms:modified>
</coreProperties>
</file>