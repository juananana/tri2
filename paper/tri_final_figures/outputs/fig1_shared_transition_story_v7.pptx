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32ff97c7c64ec3" /><Relationship Type="http://schemas.openxmlformats.org/officeDocument/2006/relationships/extended-properties" Target="/docProps/app.xml" Id="Re970bc7e934f48bc" /><Relationship Type="http://schemas.openxmlformats.org/officeDocument/2006/relationships/officeDocument" Target="/ppt/presentation.xml" Id="R432f4d6a7449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2192ae246f4124"/>
  </p:sldMasterIdLst>
  <p:notesMasterIdLst>
    <p:notesMasterId xmlns:r="http://schemas.openxmlformats.org/officeDocument/2006/relationships" r:id="Re12378c154e444f6"/>
  </p:notesMasterIdLst>
  <p:sldIdLst>
    <p:sldId xmlns:r="http://schemas.openxmlformats.org/officeDocument/2006/relationships" id="256" r:id="R541c13b90c77416d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911c421a2140cb" /><Relationship Type="http://schemas.openxmlformats.org/officeDocument/2006/relationships/slideMaster" Target="/ppt/slideMasters/slideMaster1.xml" Id="R7a2192ae246f4124" /><Relationship Type="http://schemas.openxmlformats.org/officeDocument/2006/relationships/notesMaster" Target="/ppt/notesMasters/notesMaster1.xml" Id="Re12378c154e444f6" /><Relationship Type="http://schemas.openxmlformats.org/officeDocument/2006/relationships/presProps" Target="/ppt/presProps.xml" Id="R1e20a762db1c414a" /><Relationship Type="http://schemas.openxmlformats.org/officeDocument/2006/relationships/tableStyles" Target="/ppt/tableStyles.xml" Id="R6bf152f987624cbb" /><Relationship Type="http://schemas.openxmlformats.org/officeDocument/2006/relationships/slide" Target="/ppt/slides/slide1.xml" Id="R541c13b90c7741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0a19bd69e8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9252048144f78" /><Relationship Type="http://schemas.openxmlformats.org/officeDocument/2006/relationships/notesMaster" Target="/ppt/notesMasters/notesMaster1.xml" Id="R331f38f69b784d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d4d22fd8d40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793224afa24a63" /><Relationship Type="http://schemas.openxmlformats.org/officeDocument/2006/relationships/slideLayout" Target="/ppt/slideLayouts/slideLayout1.xml" Id="Re58ed1fc9f0d4d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ed1fc9f0d4d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18cbc3b1e4f24" /><Relationship Type="http://schemas.openxmlformats.org/officeDocument/2006/relationships/notesSlide" Target="/ppt/notesSlides/notesSlide1.xml" Id="R0f83d3554de44a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1B32E438-6679-4EAE-85CD-E5F2050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correct target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80537574-64A7-476A-A48D-264D2327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The same refresh supports opposite-gold instructions.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4498264D-AB91-4452-9987-7EFEC4B3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002ED57D-BEB0-4200-9944-2926B80B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03C154EC-D06C-47CF-989E-75D5B502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20047624-55B9-4627-9028-23340735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938A1A66-2F31-4BBD-9520-F423C08D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8F815082-AB22-4ABD-B54B-671457F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D804BE2C-DE32-49EC-A429-99E120ED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36C72125-320A-416B-BCC5-42C00A6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DFB0008B-61F0-4533-93AE-EDEA9174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89CE4204-DD28-42A1-91C7-4651F7F5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7934796E-CDDD-4CE2-BB0A-AD8FBB7D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EBE764DA-3058-46F4-9D5C-51D40C7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314EC8EB-0FE3-45A6-8E1C-293F5AB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82C5DE36-57A6-493B-B534-CB6B628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2B3213C5-2C77-4425-8EB0-9D44B83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4DF9FC29-360D-470B-B8F1-9ECF6BA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441C26A7-9E47-47D2-8962-50A23D13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8717A752-780C-49C6-994F-B7AC04CC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B0869460-AF25-4B2E-94B8-FD204470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C2331B1B-7E3B-49AA-A8CA-17EBAA17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BED4E4A2-777C-40AC-9BBA-D9E2EE9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1E630332-5C91-48CB-A914-72DA8A01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84BF4566-C2DB-4282-B669-1434A80F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F64C03CD-3CAE-4DCB-9CF1-BF45DA79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81EF6EFC-DA99-4270-9851-96A4D942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E5462832-4186-4A49-98DA-4484288C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CE3E9990-5C0A-4596-B0E5-C5CD88A9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C7D1CE49-016A-4CB5-B107-DD21A88B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50E6E344-DF2C-4AC8-B535-267DEAA3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B35C67C5-5D17-47F9-A430-17202494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FA5B5E76-FC48-44CD-88B2-830CD6A2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A3C263C3-2E83-43CF-84C7-21290232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AC7E288F-2075-4084-9D99-6264DF87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FF46FEE5-877F-48E1-8434-E301D7B1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3AAEED6C-5C48-42F7-A301-879477A1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7179DF16-01C1-43DC-BDA7-EA01BF01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203429A5-6899-4AC6-A08F-F52AC434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005C8296-A4A1-442E-9264-4CE67B8A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7E92B020-15B7-4890-B16D-B12E5B3D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FEEC9C06-B231-4F74-AE66-730B4729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04953CE4-675B-407D-9608-13B6AAC8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6DF2E0CF-A8A7-467C-8095-0CFF13A0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17068C95-18F2-4980-80B1-7B7BEFCE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79396051-74EA-41EE-A766-83020D8B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B6678CB9-3B9D-42CC-A4DC-5B147512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F27758B8-0440-4694-8A81-9768D379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B9840363-4AFF-4487-84A9-9501ACB4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7EE3E1CE-EA16-425E-A9DC-F01537BB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20D275A7-4424-48EB-A22E-1FBE37E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DF1A0C45-EEF7-4195-9113-CF4B7915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8C130755-521F-409C-A7BC-075A6DC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69D47234-2FCD-492F-B664-6FCCA12D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CE074BB2-A61A-4FF5-9F78-529CB9D5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D8F894A1-9685-4A53-B685-1039BC3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51F2AD9E-0519-4CA1-8C8A-44BB64CA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F750F936-FDA0-4AC0-A799-300E7422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2E397C3E-26AB-4A40-84A7-310F209D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343EB60E-B4CF-4ACB-821A-8B60154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9C138926-5F46-4AA6-BC8E-85BB42CE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994E2A75-21C2-42D9-AC95-631272C1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BF031C3A-87FF-4ED6-869D-8172D804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thought-cloud-shadow">
            <a:extLst xmlns:a="http://schemas.openxmlformats.org/drawingml/2006/main">
              <a:ext uri="{FF2B5EF4-FFF2-40B4-BE49-F238E27FC236}">
                <a16:creationId xmlns:a16="http://schemas.microsoft.com/office/drawing/2014/main" id="{8E88DA8B-3DA3-4419-A5A5-82542A7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981075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38100">
            <a:solidFill>
              <a:srgbClr val="DFF1F0"/>
            </a:solidFill>
            <a:prstDash val="solid"/>
          </a:ln>
        </p:spPr>
      </p:sp>
      <p:sp>
        <p:nvSpPr>
          <p:cNvPr id="65" name="thought-cloud">
            <a:extLst xmlns:a="http://schemas.openxmlformats.org/drawingml/2006/main">
              <a:ext uri="{FF2B5EF4-FFF2-40B4-BE49-F238E27FC236}">
                <a16:creationId xmlns:a16="http://schemas.microsoft.com/office/drawing/2014/main" id="{9B9CE1FF-D3D3-40F0-B112-767B2098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876300"/>
            <a:ext cx="7181850" cy="33909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D1EF8985-7A16-49A5-9B8A-E996D48F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9B667523-37A2-4599-BFC5-8E76886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D6FC72F9-64AA-417E-80CD-051D7E4F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762C4B0A-FC17-4B3C-8E83-EF45B770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0FFAE5A0-31BF-4310-AB11-338ABD0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3B66628E-F8CE-4F53-BF76-D2FB6107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81175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control-state-divider">
            <a:extLst xmlns:a="http://schemas.openxmlformats.org/drawingml/2006/main">
              <a:ext uri="{FF2B5EF4-FFF2-40B4-BE49-F238E27FC236}">
                <a16:creationId xmlns:a16="http://schemas.microsoft.com/office/drawing/2014/main" id="{AE5430FB-10D7-4A0F-AD1F-7B615F8D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58575" y="2114550"/>
            <a:ext cx="0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73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145CFA1C-B544-4479-86B2-8B943B5A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20478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#1  PRESERVE</a:t>
            </a:r>
          </a:p>
        </p:txBody>
      </p:sp>
      <p:sp>
        <p:nvSpPr>
          <p:cNvPr id="74" name="preserve-it">
            <a:extLst xmlns:a="http://schemas.openxmlformats.org/drawingml/2006/main">
              <a:ext uri="{FF2B5EF4-FFF2-40B4-BE49-F238E27FC236}">
                <a16:creationId xmlns:a16="http://schemas.microsoft.com/office/drawing/2014/main" id="{CE25D7E0-8B7A-4F3D-954A-B83026E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5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5B65B61A-74E0-4094-8FAC-67A584E9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3907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6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077F4527-3CE7-4F9A-BE9E-DF456484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2524125"/>
            <a:ext cx="7048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A87607EA-3629-4B73-9B82-9E49C251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31755" y="2343150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FF2707B5-A27A-4147-B554-6DA6B95E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8893" y="2531745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9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2FE10FF6-91C1-4156-ABDB-19726CF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198" y="260889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581129B2-2003-47AD-8DE9-993514B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8915" y="2668905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BC725DCD-8AFC-4AB5-AFD7-FEBE987D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7525" y="2524125"/>
            <a:ext cx="5143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F3151A96-3D49-40AB-809C-C8AECC7B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3622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3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5FE941B0-4EF4-438A-B9A1-AE1839AB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350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DBAF0B29-CD34-4099-B518-EB93CD47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294322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</a:t>
            </a:r>
          </a:p>
          <a:p xmlns:a="http://schemas.openxmlformats.org/drawingml/2006/main">
            <a:pPr algn="ctr">
              <a:defRPr sz="172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85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0D4D8AC3-CFC9-4E62-A193-35D15791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3448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6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985CBECF-EDC1-4075-A495-6FD78D2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350" y="2047875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#2  REEVALUATE</a:t>
            </a:r>
          </a:p>
        </p:txBody>
      </p:sp>
      <p:sp>
        <p:nvSpPr>
          <p:cNvPr id="87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26723725-9461-4982-8435-A87D87E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88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98EE48A3-1272-42E8-8020-486EA10E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0525" y="23907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9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F2AE5CBC-373C-417A-AEC2-EB1D4DCF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1075" y="2524125"/>
            <a:ext cx="6286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392D782C-63DC-4E0D-9366-9F2EE385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36982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1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2A7F914D-9DFE-4FF2-B1B3-1462889F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96875" y="2815590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278681"/>
            </a:solidFill>
            <a:prstDash val="solid"/>
          </a:ln>
        </p:spPr>
      </p:sp>
      <p:sp>
        <p:nvSpPr>
          <p:cNvPr id="92" name="reevaluate-hourglass-cross-a">
            <a:extLst xmlns:a="http://schemas.openxmlformats.org/drawingml/2006/main">
              <a:ext uri="{FF2B5EF4-FFF2-40B4-BE49-F238E27FC236}">
                <a16:creationId xmlns:a16="http://schemas.microsoft.com/office/drawing/2014/main" id="{52677B65-F849-43C5-BCC3-FDB75E87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56883" y="2421255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3" name="reevaluate-hourglass-cross-b">
            <a:extLst xmlns:a="http://schemas.openxmlformats.org/drawingml/2006/main">
              <a:ext uri="{FF2B5EF4-FFF2-40B4-BE49-F238E27FC236}">
                <a16:creationId xmlns:a16="http://schemas.microsoft.com/office/drawing/2014/main" id="{46803514-0798-4980-B172-93E5D733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156883" y="2421255"/>
            <a:ext cx="29146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004">
            <a:solidFill>
              <a:srgbClr val="278681"/>
            </a:solidFill>
            <a:prstDash val="solid"/>
          </a:ln>
        </p:spPr>
      </p:sp>
      <p:sp>
        <p:nvSpPr>
          <p:cNvPr id="94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F1A7C564-5542-49D0-8DFE-6C11D808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6890" y="2446973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1C492AEC-9F72-4901-85A9-EBB63ACC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216890" y="2618423"/>
            <a:ext cx="171450" cy="145733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67C8A45A-2E80-4A3B-8670-B03CEA75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2175" y="2524125"/>
            <a:ext cx="4572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9B0710F2-3369-4C3C-9A33-5493F16F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36220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8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A1BD1B9A-40CD-45F3-8412-4999F916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6050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9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F711EBB9-E6C9-410B-AFC4-7EBD48FE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29432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</a:t>
            </a:r>
          </a:p>
          <a:p xmlns:a="http://schemas.openxmlformats.org/drawingml/2006/main">
            <a:pPr algn="ctr">
              <a:defRPr sz="1725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AFTER REFRESH</a:t>
            </a:r>
          </a:p>
        </p:txBody>
      </p:sp>
      <p:sp>
        <p:nvSpPr>
          <p:cNvPr id="100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DC84F004-E414-4DCD-84D8-CBF551C0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3448050"/>
            <a:ext cx="308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1" name="cloud-takeaway">
            <a:extLst xmlns:a="http://schemas.openxmlformats.org/drawingml/2006/main">
              <a:ext uri="{FF2B5EF4-FFF2-40B4-BE49-F238E27FC236}">
                <a16:creationId xmlns:a16="http://schemas.microsoft.com/office/drawing/2014/main" id="{F9767BFA-0A46-43A0-A630-B9B4B2DC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848100"/>
            <a:ext cx="470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SAME REFRESH  ·  OPPOSITE CORRECT TARGETS</a:t>
            </a:r>
          </a:p>
        </p:txBody>
      </p:sp>
      <p:sp>
        <p:nvSpPr>
          <p:cNvPr id="102" name="bottom-rule">
            <a:extLst xmlns:a="http://schemas.openxmlformats.org/drawingml/2006/main">
              <a:ext uri="{FF2B5EF4-FFF2-40B4-BE49-F238E27FC236}">
                <a16:creationId xmlns:a16="http://schemas.microsoft.com/office/drawing/2014/main" id="{7BBD9AF5-D0CB-4F56-8A12-166D171E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3" name="header-instructions">
            <a:extLst xmlns:a="http://schemas.openxmlformats.org/drawingml/2006/main">
              <a:ext uri="{FF2B5EF4-FFF2-40B4-BE49-F238E27FC236}">
                <a16:creationId xmlns:a16="http://schemas.microsoft.com/office/drawing/2014/main" id="{AB0C16BF-BCE3-4A72-9281-BC6BE476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4686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4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8F79362C-AC5D-4B02-B0F0-8D4A9CF0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05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BD2E4B64-80C9-449F-BCAD-8A0AE918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106" name="header-underline">
            <a:extLst xmlns:a="http://schemas.openxmlformats.org/drawingml/2006/main">
              <a:ext uri="{FF2B5EF4-FFF2-40B4-BE49-F238E27FC236}">
                <a16:creationId xmlns:a16="http://schemas.microsoft.com/office/drawing/2014/main" id="{56AFEEE4-EB83-44C4-86E5-507D0A6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124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107" name="bottom-col-target">
            <a:extLst xmlns:a="http://schemas.openxmlformats.org/drawingml/2006/main">
              <a:ext uri="{FF2B5EF4-FFF2-40B4-BE49-F238E27FC236}">
                <a16:creationId xmlns:a16="http://schemas.microsoft.com/office/drawing/2014/main" id="{EDA26328-A686-4E04-8131-A5B9117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8" name="bottom-col-failure">
            <a:extLst xmlns:a="http://schemas.openxmlformats.org/drawingml/2006/main">
              <a:ext uri="{FF2B5EF4-FFF2-40B4-BE49-F238E27FC236}">
                <a16:creationId xmlns:a16="http://schemas.microsoft.com/office/drawing/2014/main" id="{6666290D-7D8E-4417-A539-18A2868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09" name="instruction-row-1">
            <a:extLst xmlns:a="http://schemas.openxmlformats.org/drawingml/2006/main">
              <a:ext uri="{FF2B5EF4-FFF2-40B4-BE49-F238E27FC236}">
                <a16:creationId xmlns:a16="http://schemas.microsoft.com/office/drawing/2014/main" id="{8352DED1-FCDA-4F3F-B334-DFFA1CCE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instruction-row-2">
            <a:extLst xmlns:a="http://schemas.openxmlformats.org/drawingml/2006/main">
              <a:ext uri="{FF2B5EF4-FFF2-40B4-BE49-F238E27FC236}">
                <a16:creationId xmlns:a16="http://schemas.microsoft.com/office/drawing/2014/main" id="{F755D98B-A5C7-4F23-AE69-EEDD878D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instruction-row-1-accent">
            <a:extLst xmlns:a="http://schemas.openxmlformats.org/drawingml/2006/main">
              <a:ext uri="{FF2B5EF4-FFF2-40B4-BE49-F238E27FC236}">
                <a16:creationId xmlns:a16="http://schemas.microsoft.com/office/drawing/2014/main" id="{6CF13866-9963-4989-8F40-B0D53D8B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instruction-row-2-accent">
            <a:extLst xmlns:a="http://schemas.openxmlformats.org/drawingml/2006/main">
              <a:ext uri="{FF2B5EF4-FFF2-40B4-BE49-F238E27FC236}">
                <a16:creationId xmlns:a16="http://schemas.microsoft.com/office/drawing/2014/main" id="{AB706EEB-A720-4BDF-9892-235DDCB6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row-1-index">
            <a:extLst xmlns:a="http://schemas.openxmlformats.org/drawingml/2006/main">
              <a:ext uri="{FF2B5EF4-FFF2-40B4-BE49-F238E27FC236}">
                <a16:creationId xmlns:a16="http://schemas.microsoft.com/office/drawing/2014/main" id="{1127389F-DDAE-4ADE-982D-45662AF3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43525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4" name="row-1-text">
            <a:extLst xmlns:a="http://schemas.openxmlformats.org/drawingml/2006/main">
              <a:ext uri="{FF2B5EF4-FFF2-40B4-BE49-F238E27FC236}">
                <a16:creationId xmlns:a16="http://schemas.microsoft.com/office/drawing/2014/main" id="{8DA4E53B-C346-4176-B53E-B7B21479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276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5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AE1BB80E-D35E-4FCB-83BD-19741131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3911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16" name="row-2-index">
            <a:extLst xmlns:a="http://schemas.openxmlformats.org/drawingml/2006/main">
              <a:ext uri="{FF2B5EF4-FFF2-40B4-BE49-F238E27FC236}">
                <a16:creationId xmlns:a16="http://schemas.microsoft.com/office/drawing/2014/main" id="{BF5AF6DD-EA86-4EBB-A105-0BB4F636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2865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17" name="row-2-text">
            <a:extLst xmlns:a="http://schemas.openxmlformats.org/drawingml/2006/main">
              <a:ext uri="{FF2B5EF4-FFF2-40B4-BE49-F238E27FC236}">
                <a16:creationId xmlns:a16="http://schemas.microsoft.com/office/drawing/2014/main" id="{1AEF8C84-07D1-411E-A650-36F395FD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219825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18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F36E87A5-8FC8-431C-A840-75D74DB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63341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19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689DFD5D-5F94-486E-B902-8DE96D6A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864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20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13B5D3C3-E200-4ED3-ADD2-3E6E7991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1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79F1684F-940D-4501-82C8-10BEDF5E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2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D53AC233-4707-45B6-90EA-0CA9C1BA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5495925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F4E6B0B8-CF6E-4B44-8E04-FAFA0909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4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29273AD9-EA22-474B-90C4-D437615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5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192A8303-9E08-452F-8448-EBEB0F89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530542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re-resolution</a:t>
            </a:r>
          </a:p>
        </p:txBody>
      </p:sp>
      <p:sp>
        <p:nvSpPr>
          <p:cNvPr id="126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CE436CBF-39DD-425D-9D3E-79E07B0A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27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F6E9AB3C-7213-4741-AB94-83A89A39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8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0940DE78-70A6-4745-9477-DB828AA3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643890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64293846-2C8D-4000-8DC0-7E244D01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0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73C0071E-748A-4B08-889F-D35AC789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1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B23CFDE6-BD5F-4DA2-859A-59DEE403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62484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early lock</a:t>
            </a:r>
          </a:p>
        </p:txBody>
      </p:sp>
      <p:sp>
        <p:nvSpPr>
          <p:cNvPr id="132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E921CEB5-B04C-4FA2-9FCE-F9C48ACE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0328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2026-07-28T07:51:26.8430000Z</dcterms:created>
  <dcterms:modified xsi:type="dcterms:W3CDTF">2026-07-28T07:51:26.8430000Z</dcterms:modified>
</coreProperties>
</file>