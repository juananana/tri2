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bbe7770fa84eb5" /><Relationship Type="http://schemas.openxmlformats.org/officeDocument/2006/relationships/extended-properties" Target="/docProps/app.xml" Id="Rd50b4dfa22f14411" /><Relationship Type="http://schemas.openxmlformats.org/officeDocument/2006/relationships/officeDocument" Target="/ppt/presentation.xml" Id="R1f80b804561f43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9fde1e53fb4753"/>
  </p:sldMasterIdLst>
  <p:notesMasterIdLst>
    <p:notesMasterId xmlns:r="http://schemas.openxmlformats.org/officeDocument/2006/relationships" r:id="Rb701438a9f554933"/>
  </p:notesMasterIdLst>
  <p:sldIdLst>
    <p:sldId xmlns:r="http://schemas.openxmlformats.org/officeDocument/2006/relationships" id="256" r:id="R9355011980c44269"/>
  </p:sldIdLst>
  <p:sldSz cx="15240000" cy="7239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1e0bf94c614aca" /><Relationship Type="http://schemas.openxmlformats.org/officeDocument/2006/relationships/slideMaster" Target="/ppt/slideMasters/slideMaster1.xml" Id="R529fde1e53fb4753" /><Relationship Type="http://schemas.openxmlformats.org/officeDocument/2006/relationships/notesMaster" Target="/ppt/notesMasters/notesMaster1.xml" Id="Rb701438a9f554933" /><Relationship Type="http://schemas.openxmlformats.org/officeDocument/2006/relationships/presProps" Target="/ppt/presProps.xml" Id="Rc8f5c9b415c24cc1" /><Relationship Type="http://schemas.openxmlformats.org/officeDocument/2006/relationships/tableStyles" Target="/ppt/tableStyles.xml" Id="Rf45584dd8b264ff7" /><Relationship Type="http://schemas.openxmlformats.org/officeDocument/2006/relationships/slide" Target="/ppt/slides/slide1.xml" Id="R9355011980c442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c369b52b3b942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4a7fac940e4248" /><Relationship Type="http://schemas.openxmlformats.org/officeDocument/2006/relationships/notesMaster" Target="/ppt/notesMasters/notesMaster1.xml" Id="R1a40894b2c9246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32bca817364d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2b865ea96c499d" /><Relationship Type="http://schemas.openxmlformats.org/officeDocument/2006/relationships/slideLayout" Target="/ppt/slideLayouts/slideLayout1.xml" Id="R5d38fc8491a84a1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38fc8491a84a1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bfce91d1be4173" /><Relationship Type="http://schemas.openxmlformats.org/officeDocument/2006/relationships/notesSlide" Target="/ppt/notesSlides/notesSlide1.xml" Id="R408b61f189ac41b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2" name="figure-title">
            <a:extLst xmlns:a="http://schemas.openxmlformats.org/drawingml/2006/main">
              <a:ext uri="{FF2B5EF4-FFF2-40B4-BE49-F238E27FC236}">
                <a16:creationId xmlns:a16="http://schemas.microsoft.com/office/drawing/2014/main" id="{DD59724A-0B5A-493D-BB2B-D93FBAB4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650" y="1428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023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Temporal Referent Integrity (TRI)</a:t>
            </a:r>
          </a:p>
        </p:txBody>
      </p:sp>
      <p:sp>
        <p:nvSpPr>
          <p:cNvPr id="2" name="figure-tagline">
            <a:extLst xmlns:a="http://schemas.openxmlformats.org/drawingml/2006/main">
              <a:ext uri="{FF2B5EF4-FFF2-40B4-BE49-F238E27FC236}">
                <a16:creationId xmlns:a16="http://schemas.microsoft.com/office/drawing/2014/main" id="{08B1268C-8E72-4CBB-BC74-45F4F76A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" y="590550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1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2100" b="1" i="1">
                <a:solidFill>
                  <a:srgbClr val="278681"/>
                </a:solidFill>
                <a:latin typeface="Arial"/>
                <a:ea typeface="Arial"/>
                <a:cs typeface="Arial"/>
              </a:rPr>
              <a:t>Refresh updates the world, not necessarily the referent.</a:t>
            </a:r>
          </a:p>
        </p:txBody>
      </p:sp>
      <p:sp>
        <p:nvSpPr>
          <p:cNvPr id="3" name="scenario-header">
            <a:extLst xmlns:a="http://schemas.openxmlformats.org/drawingml/2006/main">
              <a:ext uri="{FF2B5EF4-FFF2-40B4-BE49-F238E27FC236}">
                <a16:creationId xmlns:a16="http://schemas.microsoft.com/office/drawing/2014/main" id="{475B7229-EC19-4A3C-8ED1-9923ED25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" y="1200150"/>
            <a:ext cx="7334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ario-header-text">
            <a:extLst xmlns:a="http://schemas.openxmlformats.org/drawingml/2006/main">
              <a:ext uri="{FF2B5EF4-FFF2-40B4-BE49-F238E27FC236}">
                <a16:creationId xmlns:a16="http://schemas.microsoft.com/office/drawing/2014/main" id="{D11BC49C-8858-497A-B613-005FCF54A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" y="1285875"/>
            <a:ext cx="7029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SHARED SCENARIO</a:t>
            </a:r>
          </a:p>
        </p:txBody>
      </p:sp>
      <p:sp>
        <p:nvSpPr>
          <p:cNvPr id="5" name="scenario-frame">
            <a:extLst xmlns:a="http://schemas.openxmlformats.org/drawingml/2006/main">
              <a:ext uri="{FF2B5EF4-FFF2-40B4-BE49-F238E27FC236}">
                <a16:creationId xmlns:a16="http://schemas.microsoft.com/office/drawing/2014/main" id="{A528940F-6EE9-4B1A-85F0-7853E62D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714500"/>
            <a:ext cx="733425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4B4D4F"/>
            </a:solidFill>
            <a:prstDash val="dash"/>
          </a:ln>
        </p:spPr>
      </p:sp>
      <p:sp>
        <p:nvSpPr>
          <p:cNvPr id="6" name="scenario-a-back2">
            <a:extLst xmlns:a="http://schemas.openxmlformats.org/drawingml/2006/main">
              <a:ext uri="{FF2B5EF4-FFF2-40B4-BE49-F238E27FC236}">
                <a16:creationId xmlns:a16="http://schemas.microsoft.com/office/drawing/2014/main" id="{C30FDE1A-8A9B-4A86-A692-6A000860D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1545" y="2047875"/>
            <a:ext cx="1719263" cy="1067753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EBABC"/>
            </a:solidFill>
            <a:prstDash val="solid"/>
          </a:ln>
        </p:spPr>
      </p:sp>
      <p:sp>
        <p:nvSpPr>
          <p:cNvPr id="7" name="scenario-a-back1">
            <a:extLst xmlns:a="http://schemas.openxmlformats.org/drawingml/2006/main">
              <a:ext uri="{FF2B5EF4-FFF2-40B4-BE49-F238E27FC236}">
                <a16:creationId xmlns:a16="http://schemas.microsoft.com/office/drawing/2014/main" id="{F83B011B-F050-4C2B-8E51-5DAB0234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960" y="2147411"/>
            <a:ext cx="1719263" cy="1067753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EBABC"/>
            </a:solidFill>
            <a:prstDash val="solid"/>
          </a:ln>
        </p:spPr>
      </p:sp>
      <p:sp>
        <p:nvSpPr>
          <p:cNvPr id="8" name="scenario-a-front">
            <a:extLst xmlns:a="http://schemas.openxmlformats.org/drawingml/2006/main">
              <a:ext uri="{FF2B5EF4-FFF2-40B4-BE49-F238E27FC236}">
                <a16:creationId xmlns:a16="http://schemas.microsoft.com/office/drawing/2014/main" id="{F4EA0BB2-C447-4CF0-9E6B-81C1695F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" y="2255996"/>
            <a:ext cx="1719263" cy="1067753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AEBABC"/>
            </a:solidFill>
            <a:prstDash val="solid"/>
          </a:ln>
        </p:spPr>
      </p:sp>
      <p:sp>
        <p:nvSpPr>
          <p:cNvPr id="9" name="scenario-a-top-stripe-0">
            <a:extLst xmlns:a="http://schemas.openxmlformats.org/drawingml/2006/main">
              <a:ext uri="{FF2B5EF4-FFF2-40B4-BE49-F238E27FC236}">
                <a16:creationId xmlns:a16="http://schemas.microsoft.com/office/drawing/2014/main" id="{BB814588-56AD-4226-B17B-77D482AE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759619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cenario-a-bottom-stripe-0">
            <a:extLst xmlns:a="http://schemas.openxmlformats.org/drawingml/2006/main">
              <a:ext uri="{FF2B5EF4-FFF2-40B4-BE49-F238E27FC236}">
                <a16:creationId xmlns:a16="http://schemas.microsoft.com/office/drawing/2014/main" id="{28DD41E8-654E-4F5A-884B-2F9D1C65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759619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cenario-a-top-stripe-1">
            <a:extLst xmlns:a="http://schemas.openxmlformats.org/drawingml/2006/main">
              <a:ext uri="{FF2B5EF4-FFF2-40B4-BE49-F238E27FC236}">
                <a16:creationId xmlns:a16="http://schemas.microsoft.com/office/drawing/2014/main" id="{5BC6A3EF-78B4-4B1A-BEAC-351BC63C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922496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cenario-a-bottom-stripe-1">
            <a:extLst xmlns:a="http://schemas.openxmlformats.org/drawingml/2006/main">
              <a:ext uri="{FF2B5EF4-FFF2-40B4-BE49-F238E27FC236}">
                <a16:creationId xmlns:a16="http://schemas.microsoft.com/office/drawing/2014/main" id="{BCAA2565-535A-4C70-A7A4-D47151DB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922496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cenario-a-top-stripe-2">
            <a:extLst xmlns:a="http://schemas.openxmlformats.org/drawingml/2006/main">
              <a:ext uri="{FF2B5EF4-FFF2-40B4-BE49-F238E27FC236}">
                <a16:creationId xmlns:a16="http://schemas.microsoft.com/office/drawing/2014/main" id="{B7F38AC7-D65C-4382-B5C6-B18E1B17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085374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cenario-a-bottom-stripe-2">
            <a:extLst xmlns:a="http://schemas.openxmlformats.org/drawingml/2006/main">
              <a:ext uri="{FF2B5EF4-FFF2-40B4-BE49-F238E27FC236}">
                <a16:creationId xmlns:a16="http://schemas.microsoft.com/office/drawing/2014/main" id="{8B743279-BFD0-4C09-A1D6-A682842F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085374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cenario-a-top-stripe-3">
            <a:extLst xmlns:a="http://schemas.openxmlformats.org/drawingml/2006/main">
              <a:ext uri="{FF2B5EF4-FFF2-40B4-BE49-F238E27FC236}">
                <a16:creationId xmlns:a16="http://schemas.microsoft.com/office/drawing/2014/main" id="{4A594312-D42C-41E7-890B-E2A575C15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248251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cenario-a-bottom-stripe-3">
            <a:extLst xmlns:a="http://schemas.openxmlformats.org/drawingml/2006/main">
              <a:ext uri="{FF2B5EF4-FFF2-40B4-BE49-F238E27FC236}">
                <a16:creationId xmlns:a16="http://schemas.microsoft.com/office/drawing/2014/main" id="{5ED243EF-1DDF-4BC5-BA4A-B99B6A60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248251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cenario-a-top-stripe-4">
            <a:extLst xmlns:a="http://schemas.openxmlformats.org/drawingml/2006/main">
              <a:ext uri="{FF2B5EF4-FFF2-40B4-BE49-F238E27FC236}">
                <a16:creationId xmlns:a16="http://schemas.microsoft.com/office/drawing/2014/main" id="{40DA5490-FA64-4145-BBD8-72CE5529A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411129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cenario-a-bottom-stripe-4">
            <a:extLst xmlns:a="http://schemas.openxmlformats.org/drawingml/2006/main">
              <a:ext uri="{FF2B5EF4-FFF2-40B4-BE49-F238E27FC236}">
                <a16:creationId xmlns:a16="http://schemas.microsoft.com/office/drawing/2014/main" id="{9B7B1564-0BBC-4503-99E2-2F0EF7DD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411129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cenario-a-top-stripe-5">
            <a:extLst xmlns:a="http://schemas.openxmlformats.org/drawingml/2006/main">
              <a:ext uri="{FF2B5EF4-FFF2-40B4-BE49-F238E27FC236}">
                <a16:creationId xmlns:a16="http://schemas.microsoft.com/office/drawing/2014/main" id="{73183BA2-4DAC-4062-B307-31F9BCC5D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574006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cenario-a-bottom-stripe-5">
            <a:extLst xmlns:a="http://schemas.openxmlformats.org/drawingml/2006/main">
              <a:ext uri="{FF2B5EF4-FFF2-40B4-BE49-F238E27FC236}">
                <a16:creationId xmlns:a16="http://schemas.microsoft.com/office/drawing/2014/main" id="{EC4718EB-9E78-46CA-9F40-D39059EE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574006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cenario-a-top-stripe-6">
            <a:extLst xmlns:a="http://schemas.openxmlformats.org/drawingml/2006/main">
              <a:ext uri="{FF2B5EF4-FFF2-40B4-BE49-F238E27FC236}">
                <a16:creationId xmlns:a16="http://schemas.microsoft.com/office/drawing/2014/main" id="{0D68C634-3CAD-4279-8FD7-144508D6B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736884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cenario-a-bottom-stripe-6">
            <a:extLst xmlns:a="http://schemas.openxmlformats.org/drawingml/2006/main">
              <a:ext uri="{FF2B5EF4-FFF2-40B4-BE49-F238E27FC236}">
                <a16:creationId xmlns:a16="http://schemas.microsoft.com/office/drawing/2014/main" id="{C14D8BA9-6499-4117-AA4F-053D005C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736884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cenario-a-top-stripe-7">
            <a:extLst xmlns:a="http://schemas.openxmlformats.org/drawingml/2006/main">
              <a:ext uri="{FF2B5EF4-FFF2-40B4-BE49-F238E27FC236}">
                <a16:creationId xmlns:a16="http://schemas.microsoft.com/office/drawing/2014/main" id="{8041CE76-DD25-459A-AEBE-CD38F717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899761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cenario-a-bottom-stripe-7">
            <a:extLst xmlns:a="http://schemas.openxmlformats.org/drawingml/2006/main">
              <a:ext uri="{FF2B5EF4-FFF2-40B4-BE49-F238E27FC236}">
                <a16:creationId xmlns:a16="http://schemas.microsoft.com/office/drawing/2014/main" id="{7D067A03-4166-4AA6-8C9E-E55CF9821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899761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cenario-a-top-stripe-8">
            <a:extLst xmlns:a="http://schemas.openxmlformats.org/drawingml/2006/main">
              <a:ext uri="{FF2B5EF4-FFF2-40B4-BE49-F238E27FC236}">
                <a16:creationId xmlns:a16="http://schemas.microsoft.com/office/drawing/2014/main" id="{36142648-19EE-436B-8800-94F10AB6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2062639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cenario-a-bottom-stripe-8">
            <a:extLst xmlns:a="http://schemas.openxmlformats.org/drawingml/2006/main">
              <a:ext uri="{FF2B5EF4-FFF2-40B4-BE49-F238E27FC236}">
                <a16:creationId xmlns:a16="http://schemas.microsoft.com/office/drawing/2014/main" id="{F93045E8-4A02-4D29-8E2E-7BC53C21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2062639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cenario-a-top-stripe-9">
            <a:extLst xmlns:a="http://schemas.openxmlformats.org/drawingml/2006/main">
              <a:ext uri="{FF2B5EF4-FFF2-40B4-BE49-F238E27FC236}">
                <a16:creationId xmlns:a16="http://schemas.microsoft.com/office/drawing/2014/main" id="{4D5E6DB1-8DDD-4CD2-A7F9-4A36BF5E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2225516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cenario-a-bottom-stripe-9">
            <a:extLst xmlns:a="http://schemas.openxmlformats.org/drawingml/2006/main">
              <a:ext uri="{FF2B5EF4-FFF2-40B4-BE49-F238E27FC236}">
                <a16:creationId xmlns:a16="http://schemas.microsoft.com/office/drawing/2014/main" id="{B032DB14-A00C-44B9-98AF-E45DF9F6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2225516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cenario-a-fold-left">
            <a:extLst xmlns:a="http://schemas.openxmlformats.org/drawingml/2006/main">
              <a:ext uri="{FF2B5EF4-FFF2-40B4-BE49-F238E27FC236}">
                <a16:creationId xmlns:a16="http://schemas.microsoft.com/office/drawing/2014/main" id="{5DE1E4DE-7C1D-494D-B6D1-9C246CE7A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86765" y="2427923"/>
            <a:ext cx="787241" cy="5700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EBABC"/>
            </a:solidFill>
            <a:prstDash val="solid"/>
          </a:ln>
        </p:spPr>
      </p:sp>
      <p:sp>
        <p:nvSpPr>
          <p:cNvPr id="30" name="scenario-a-fold-right">
            <a:extLst xmlns:a="http://schemas.openxmlformats.org/drawingml/2006/main">
              <a:ext uri="{FF2B5EF4-FFF2-40B4-BE49-F238E27FC236}">
                <a16:creationId xmlns:a16="http://schemas.microsoft.com/office/drawing/2014/main" id="{F3D03504-63E6-4AE7-9756-B28703F7F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574006" y="2427923"/>
            <a:ext cx="787241" cy="5700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EBABC"/>
            </a:solidFill>
            <a:prstDash val="solid"/>
          </a:ln>
        </p:spPr>
      </p:sp>
      <p:sp>
        <p:nvSpPr>
          <p:cNvPr id="31" name="scenario-a-badge">
            <a:extLst xmlns:a="http://schemas.openxmlformats.org/drawingml/2006/main">
              <a:ext uri="{FF2B5EF4-FFF2-40B4-BE49-F238E27FC236}">
                <a16:creationId xmlns:a16="http://schemas.microsoft.com/office/drawing/2014/main" id="{0B5D500E-B86D-4573-8623-A04F36FD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2544" y="2545556"/>
            <a:ext cx="542925" cy="542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cenario-a-label">
            <a:extLst xmlns:a="http://schemas.openxmlformats.org/drawingml/2006/main">
              <a:ext uri="{FF2B5EF4-FFF2-40B4-BE49-F238E27FC236}">
                <a16:creationId xmlns:a16="http://schemas.microsoft.com/office/drawing/2014/main" id="{90505236-3411-4A79-B14C-A121A92F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2544" y="2563654"/>
            <a:ext cx="542925" cy="506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992" b="1" i="0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2992" b="1" i="0">
                <a:solidFill>
                  <a:srgbClr val="BD4E4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33" name="scenario-b-back2">
            <a:extLst xmlns:a="http://schemas.openxmlformats.org/drawingml/2006/main">
              <a:ext uri="{FF2B5EF4-FFF2-40B4-BE49-F238E27FC236}">
                <a16:creationId xmlns:a16="http://schemas.microsoft.com/office/drawing/2014/main" id="{F07A13F3-BD3F-4861-83A9-8386F9A91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70170" y="2047875"/>
            <a:ext cx="1719263" cy="1067753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EBABC"/>
            </a:solidFill>
            <a:prstDash val="solid"/>
          </a:ln>
        </p:spPr>
      </p:sp>
      <p:sp>
        <p:nvSpPr>
          <p:cNvPr id="34" name="scenario-b-back1">
            <a:extLst xmlns:a="http://schemas.openxmlformats.org/drawingml/2006/main">
              <a:ext uri="{FF2B5EF4-FFF2-40B4-BE49-F238E27FC236}">
                <a16:creationId xmlns:a16="http://schemas.microsoft.com/office/drawing/2014/main" id="{912D3C95-8180-473B-9F63-DCA4324A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1585" y="2147411"/>
            <a:ext cx="1719263" cy="1067753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EBABC"/>
            </a:solidFill>
            <a:prstDash val="solid"/>
          </a:ln>
        </p:spPr>
      </p:sp>
      <p:sp>
        <p:nvSpPr>
          <p:cNvPr id="35" name="scenario-b-front">
            <a:extLst xmlns:a="http://schemas.openxmlformats.org/drawingml/2006/main">
              <a:ext uri="{FF2B5EF4-FFF2-40B4-BE49-F238E27FC236}">
                <a16:creationId xmlns:a16="http://schemas.microsoft.com/office/drawing/2014/main" id="{73885DA1-63AA-4734-A9B5-E70B6318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0" y="2255996"/>
            <a:ext cx="1719263" cy="1067753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AEBABC"/>
            </a:solidFill>
            <a:prstDash val="solid"/>
          </a:ln>
        </p:spPr>
      </p:sp>
      <p:sp>
        <p:nvSpPr>
          <p:cNvPr id="36" name="scenario-b-top-stripe-0">
            <a:extLst xmlns:a="http://schemas.openxmlformats.org/drawingml/2006/main">
              <a:ext uri="{FF2B5EF4-FFF2-40B4-BE49-F238E27FC236}">
                <a16:creationId xmlns:a16="http://schemas.microsoft.com/office/drawing/2014/main" id="{BAE2D526-3BC1-471C-A1C0-B2804AA29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4998244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scenario-b-bottom-stripe-0">
            <a:extLst xmlns:a="http://schemas.openxmlformats.org/drawingml/2006/main">
              <a:ext uri="{FF2B5EF4-FFF2-40B4-BE49-F238E27FC236}">
                <a16:creationId xmlns:a16="http://schemas.microsoft.com/office/drawing/2014/main" id="{5CC82800-B95D-4BAF-A57D-3E2B9B9F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4998244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scenario-b-top-stripe-1">
            <a:extLst xmlns:a="http://schemas.openxmlformats.org/drawingml/2006/main">
              <a:ext uri="{FF2B5EF4-FFF2-40B4-BE49-F238E27FC236}">
                <a16:creationId xmlns:a16="http://schemas.microsoft.com/office/drawing/2014/main" id="{88A62ED9-BFF1-4C9B-94F3-7D1551863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161121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scenario-b-bottom-stripe-1">
            <a:extLst xmlns:a="http://schemas.openxmlformats.org/drawingml/2006/main">
              <a:ext uri="{FF2B5EF4-FFF2-40B4-BE49-F238E27FC236}">
                <a16:creationId xmlns:a16="http://schemas.microsoft.com/office/drawing/2014/main" id="{6A0E2B17-F438-496E-AAF4-183B1B0A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161121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scenario-b-top-stripe-2">
            <a:extLst xmlns:a="http://schemas.openxmlformats.org/drawingml/2006/main">
              <a:ext uri="{FF2B5EF4-FFF2-40B4-BE49-F238E27FC236}">
                <a16:creationId xmlns:a16="http://schemas.microsoft.com/office/drawing/2014/main" id="{199F98FA-ECD1-465C-8789-237E12E4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323999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scenario-b-bottom-stripe-2">
            <a:extLst xmlns:a="http://schemas.openxmlformats.org/drawingml/2006/main">
              <a:ext uri="{FF2B5EF4-FFF2-40B4-BE49-F238E27FC236}">
                <a16:creationId xmlns:a16="http://schemas.microsoft.com/office/drawing/2014/main" id="{F00F97D3-70D4-4B11-94BE-6A8BC14C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323999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scenario-b-top-stripe-3">
            <a:extLst xmlns:a="http://schemas.openxmlformats.org/drawingml/2006/main">
              <a:ext uri="{FF2B5EF4-FFF2-40B4-BE49-F238E27FC236}">
                <a16:creationId xmlns:a16="http://schemas.microsoft.com/office/drawing/2014/main" id="{19E3E548-6E73-43E5-A03D-ACCC66A0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486876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scenario-b-bottom-stripe-3">
            <a:extLst xmlns:a="http://schemas.openxmlformats.org/drawingml/2006/main">
              <a:ext uri="{FF2B5EF4-FFF2-40B4-BE49-F238E27FC236}">
                <a16:creationId xmlns:a16="http://schemas.microsoft.com/office/drawing/2014/main" id="{63767D09-332A-480F-935C-0A8B962D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486876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scenario-b-top-stripe-4">
            <a:extLst xmlns:a="http://schemas.openxmlformats.org/drawingml/2006/main">
              <a:ext uri="{FF2B5EF4-FFF2-40B4-BE49-F238E27FC236}">
                <a16:creationId xmlns:a16="http://schemas.microsoft.com/office/drawing/2014/main" id="{71506BC7-AF0B-4100-AD6E-44186105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649754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scenario-b-bottom-stripe-4">
            <a:extLst xmlns:a="http://schemas.openxmlformats.org/drawingml/2006/main">
              <a:ext uri="{FF2B5EF4-FFF2-40B4-BE49-F238E27FC236}">
                <a16:creationId xmlns:a16="http://schemas.microsoft.com/office/drawing/2014/main" id="{7540A77F-C035-4C61-A9D5-33105D22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649754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scenario-b-top-stripe-5">
            <a:extLst xmlns:a="http://schemas.openxmlformats.org/drawingml/2006/main">
              <a:ext uri="{FF2B5EF4-FFF2-40B4-BE49-F238E27FC236}">
                <a16:creationId xmlns:a16="http://schemas.microsoft.com/office/drawing/2014/main" id="{05D8237E-A705-4FAC-853E-0B76C236A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812631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scenario-b-bottom-stripe-5">
            <a:extLst xmlns:a="http://schemas.openxmlformats.org/drawingml/2006/main">
              <a:ext uri="{FF2B5EF4-FFF2-40B4-BE49-F238E27FC236}">
                <a16:creationId xmlns:a16="http://schemas.microsoft.com/office/drawing/2014/main" id="{4BC852DF-44F2-41C9-A838-F1FCAAD2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812631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scenario-b-top-stripe-6">
            <a:extLst xmlns:a="http://schemas.openxmlformats.org/drawingml/2006/main">
              <a:ext uri="{FF2B5EF4-FFF2-40B4-BE49-F238E27FC236}">
                <a16:creationId xmlns:a16="http://schemas.microsoft.com/office/drawing/2014/main" id="{81019012-9F63-4C87-B587-0B13B61E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975509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scenario-b-bottom-stripe-6">
            <a:extLst xmlns:a="http://schemas.openxmlformats.org/drawingml/2006/main">
              <a:ext uri="{FF2B5EF4-FFF2-40B4-BE49-F238E27FC236}">
                <a16:creationId xmlns:a16="http://schemas.microsoft.com/office/drawing/2014/main" id="{3B4230ED-D275-42F6-ABE3-09E8CC1E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975509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scenario-b-top-stripe-7">
            <a:extLst xmlns:a="http://schemas.openxmlformats.org/drawingml/2006/main">
              <a:ext uri="{FF2B5EF4-FFF2-40B4-BE49-F238E27FC236}">
                <a16:creationId xmlns:a16="http://schemas.microsoft.com/office/drawing/2014/main" id="{8220132C-6F75-4384-AB33-A45981665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6138386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scenario-b-bottom-stripe-7">
            <a:extLst xmlns:a="http://schemas.openxmlformats.org/drawingml/2006/main">
              <a:ext uri="{FF2B5EF4-FFF2-40B4-BE49-F238E27FC236}">
                <a16:creationId xmlns:a16="http://schemas.microsoft.com/office/drawing/2014/main" id="{DC380F24-049C-45CF-9A49-C88A3EB1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6138386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scenario-b-top-stripe-8">
            <a:extLst xmlns:a="http://schemas.openxmlformats.org/drawingml/2006/main">
              <a:ext uri="{FF2B5EF4-FFF2-40B4-BE49-F238E27FC236}">
                <a16:creationId xmlns:a16="http://schemas.microsoft.com/office/drawing/2014/main" id="{D486E367-E22F-4B00-B528-903F240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6301264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scenario-b-bottom-stripe-8">
            <a:extLst xmlns:a="http://schemas.openxmlformats.org/drawingml/2006/main">
              <a:ext uri="{FF2B5EF4-FFF2-40B4-BE49-F238E27FC236}">
                <a16:creationId xmlns:a16="http://schemas.microsoft.com/office/drawing/2014/main" id="{8C09B302-DB97-40BB-BD3C-92123D437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6301264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scenario-b-top-stripe-9">
            <a:extLst xmlns:a="http://schemas.openxmlformats.org/drawingml/2006/main">
              <a:ext uri="{FF2B5EF4-FFF2-40B4-BE49-F238E27FC236}">
                <a16:creationId xmlns:a16="http://schemas.microsoft.com/office/drawing/2014/main" id="{1205E826-9FDD-42E4-A772-62FC143A3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6464141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scenario-b-bottom-stripe-9">
            <a:extLst xmlns:a="http://schemas.openxmlformats.org/drawingml/2006/main">
              <a:ext uri="{FF2B5EF4-FFF2-40B4-BE49-F238E27FC236}">
                <a16:creationId xmlns:a16="http://schemas.microsoft.com/office/drawing/2014/main" id="{BBA79F5B-0733-4CAA-87F3-8FF844BD5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6464141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scenario-b-fold-left">
            <a:extLst xmlns:a="http://schemas.openxmlformats.org/drawingml/2006/main">
              <a:ext uri="{FF2B5EF4-FFF2-40B4-BE49-F238E27FC236}">
                <a16:creationId xmlns:a16="http://schemas.microsoft.com/office/drawing/2014/main" id="{79C621F9-6EB0-49BD-883F-97A337D2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025390" y="2427923"/>
            <a:ext cx="787241" cy="5700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EBABC"/>
            </a:solidFill>
            <a:prstDash val="solid"/>
          </a:ln>
        </p:spPr>
      </p:sp>
      <p:sp>
        <p:nvSpPr>
          <p:cNvPr id="57" name="scenario-b-fold-right">
            <a:extLst xmlns:a="http://schemas.openxmlformats.org/drawingml/2006/main">
              <a:ext uri="{FF2B5EF4-FFF2-40B4-BE49-F238E27FC236}">
                <a16:creationId xmlns:a16="http://schemas.microsoft.com/office/drawing/2014/main" id="{0AE09225-4DD2-4B07-B410-F0FC2422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812631" y="2427923"/>
            <a:ext cx="787241" cy="5700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EBABC"/>
            </a:solidFill>
            <a:prstDash val="solid"/>
          </a:ln>
        </p:spPr>
      </p:sp>
      <p:sp>
        <p:nvSpPr>
          <p:cNvPr id="58" name="scenario-b-badge">
            <a:extLst xmlns:a="http://schemas.openxmlformats.org/drawingml/2006/main">
              <a:ext uri="{FF2B5EF4-FFF2-40B4-BE49-F238E27FC236}">
                <a16:creationId xmlns:a16="http://schemas.microsoft.com/office/drawing/2014/main" id="{883F815F-AF5F-4BA4-9F79-785C0F24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41169" y="2545556"/>
            <a:ext cx="542925" cy="542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scenario-b-label">
            <a:extLst xmlns:a="http://schemas.openxmlformats.org/drawingml/2006/main">
              <a:ext uri="{FF2B5EF4-FFF2-40B4-BE49-F238E27FC236}">
                <a16:creationId xmlns:a16="http://schemas.microsoft.com/office/drawing/2014/main" id="{84DD5B3A-D764-4E58-A741-7AC03942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41169" y="2563654"/>
            <a:ext cx="542925" cy="506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992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2992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60" name="scenario-refresh-arrow">
            <a:extLst xmlns:a="http://schemas.openxmlformats.org/drawingml/2006/main">
              <a:ext uri="{FF2B5EF4-FFF2-40B4-BE49-F238E27FC236}">
                <a16:creationId xmlns:a16="http://schemas.microsoft.com/office/drawing/2014/main" id="{98350559-0860-4CA7-8585-B6E975FB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33725" y="2647950"/>
            <a:ext cx="1485900" cy="4286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B4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scenario-refresh">
            <a:extLst xmlns:a="http://schemas.openxmlformats.org/drawingml/2006/main">
              <a:ext uri="{FF2B5EF4-FFF2-40B4-BE49-F238E27FC236}">
                <a16:creationId xmlns:a16="http://schemas.microsoft.com/office/drawing/2014/main" id="{DCD782EB-5EEF-4856-8659-3C3D1488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48025" y="228600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REFRESH</a:t>
            </a:r>
          </a:p>
        </p:txBody>
      </p:sp>
      <p:sp>
        <p:nvSpPr>
          <p:cNvPr id="62" name="scenario-a-caption">
            <a:extLst xmlns:a="http://schemas.openxmlformats.org/drawingml/2006/main">
              <a:ext uri="{FF2B5EF4-FFF2-40B4-BE49-F238E27FC236}">
                <a16:creationId xmlns:a16="http://schemas.microsoft.com/office/drawing/2014/main" id="{DDAC732D-EA18-4957-B191-473475D9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629025"/>
            <a:ext cx="214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Pre-refresh winner</a:t>
            </a:r>
          </a:p>
        </p:txBody>
      </p:sp>
      <p:sp>
        <p:nvSpPr>
          <p:cNvPr id="63" name="scenario-b-caption">
            <a:extLst xmlns:a="http://schemas.openxmlformats.org/drawingml/2006/main">
              <a:ext uri="{FF2B5EF4-FFF2-40B4-BE49-F238E27FC236}">
                <a16:creationId xmlns:a16="http://schemas.microsoft.com/office/drawing/2014/main" id="{BD19B11D-8BBA-4B5D-AA12-5403F4BA8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8700" y="3629025"/>
            <a:ext cx="214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Refreshed winner</a:t>
            </a:r>
          </a:p>
        </p:txBody>
      </p:sp>
      <p:sp>
        <p:nvSpPr>
          <p:cNvPr id="64" name="thought-cloud-shadow">
            <a:extLst xmlns:a="http://schemas.openxmlformats.org/drawingml/2006/main">
              <a:ext uri="{FF2B5EF4-FFF2-40B4-BE49-F238E27FC236}">
                <a16:creationId xmlns:a16="http://schemas.microsoft.com/office/drawing/2014/main" id="{18B07C6D-4483-46E3-AE4F-8EC01928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981075"/>
            <a:ext cx="7181850" cy="3390900"/>
          </a:xfrm>
          <a:prstGeom xmlns:a="http://schemas.openxmlformats.org/drawingml/2006/main" prst="cloud">
            <a:avLst/>
          </a:prstGeom>
          <a:solidFill xmlns:a="http://schemas.openxmlformats.org/drawingml/2006/main">
            <a:srgbClr val="DFF1F0"/>
          </a:solidFill>
          <a:ln xmlns:a="http://schemas.openxmlformats.org/drawingml/2006/main" w="38100">
            <a:solidFill>
              <a:srgbClr val="DFF1F0"/>
            </a:solidFill>
            <a:prstDash val="solid"/>
          </a:ln>
        </p:spPr>
      </p:sp>
      <p:sp>
        <p:nvSpPr>
          <p:cNvPr id="65" name="thought-cloud">
            <a:extLst xmlns:a="http://schemas.openxmlformats.org/drawingml/2006/main">
              <a:ext uri="{FF2B5EF4-FFF2-40B4-BE49-F238E27FC236}">
                <a16:creationId xmlns:a16="http://schemas.microsoft.com/office/drawing/2014/main" id="{CC5447F8-ED82-4513-ACD1-00D0FC796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5250" y="876300"/>
            <a:ext cx="7181850" cy="3390900"/>
          </a:xfrm>
          <a:prstGeom xmlns:a="http://schemas.openxmlformats.org/drawingml/2006/main" prst="clou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7FB4BA"/>
            </a:solidFill>
            <a:prstDash val="solid"/>
          </a:ln>
        </p:spPr>
      </p:sp>
      <p:sp>
        <p:nvSpPr>
          <p:cNvPr id="66" name="memory-box">
            <a:extLst xmlns:a="http://schemas.openxmlformats.org/drawingml/2006/main">
              <a:ext uri="{FF2B5EF4-FFF2-40B4-BE49-F238E27FC236}">
                <a16:creationId xmlns:a16="http://schemas.microsoft.com/office/drawing/2014/main" id="{6D41B3F5-9F43-48BA-A076-C288A042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0700" y="12001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4B4D4F"/>
            </a:solidFill>
            <a:prstDash val="solid"/>
          </a:ln>
        </p:spPr>
      </p:sp>
      <p:sp>
        <p:nvSpPr>
          <p:cNvPr id="67" name="memory-tick-a">
            <a:extLst xmlns:a="http://schemas.openxmlformats.org/drawingml/2006/main">
              <a:ext uri="{FF2B5EF4-FFF2-40B4-BE49-F238E27FC236}">
                <a16:creationId xmlns:a16="http://schemas.microsoft.com/office/drawing/2014/main" id="{DAB5B8CA-5332-429B-AA1C-3E96C4CF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477375" y="1371600"/>
            <a:ext cx="7620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EB946"/>
            </a:solidFill>
            <a:prstDash val="solid"/>
          </a:ln>
        </p:spPr>
      </p:sp>
      <p:sp>
        <p:nvSpPr>
          <p:cNvPr id="68" name="memory-tick-b">
            <a:extLst xmlns:a="http://schemas.openxmlformats.org/drawingml/2006/main">
              <a:ext uri="{FF2B5EF4-FFF2-40B4-BE49-F238E27FC236}">
                <a16:creationId xmlns:a16="http://schemas.microsoft.com/office/drawing/2014/main" id="{2CEA05A2-DA4E-4695-93DD-61DE88C9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553575" y="1266825"/>
            <a:ext cx="15240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EB946"/>
            </a:solidFill>
            <a:prstDash val="solid"/>
          </a:ln>
        </p:spPr>
      </p:sp>
      <p:sp>
        <p:nvSpPr>
          <p:cNvPr id="69" name="memory-title">
            <a:extLst xmlns:a="http://schemas.openxmlformats.org/drawingml/2006/main">
              <a:ext uri="{FF2B5EF4-FFF2-40B4-BE49-F238E27FC236}">
                <a16:creationId xmlns:a16="http://schemas.microsoft.com/office/drawing/2014/main" id="{395F0A18-92FD-48A3-A3F1-4BC14FF4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48850" y="11525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MEMORY PRESERVED</a:t>
            </a:r>
          </a:p>
        </p:txBody>
      </p:sp>
      <p:sp>
        <p:nvSpPr>
          <p:cNvPr id="70" name="memory-values">
            <a:extLst xmlns:a="http://schemas.openxmlformats.org/drawingml/2006/main">
              <a:ext uri="{FF2B5EF4-FFF2-40B4-BE49-F238E27FC236}">
                <a16:creationId xmlns:a16="http://schemas.microsoft.com/office/drawing/2014/main" id="{86426499-EDD6-4183-9F88-0CD64E2BD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48850" y="1457325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69787E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69787E"/>
                </a:solidFill>
                <a:latin typeface="Arial"/>
                <a:ea typeface="Arial"/>
                <a:cs typeface="Arial"/>
              </a:rPr>
              <a:t>A before refresh   ·   B after refresh</a:t>
            </a:r>
          </a:p>
        </p:txBody>
      </p:sp>
      <p:sp>
        <p:nvSpPr>
          <p:cNvPr id="71" name="control-state-title">
            <a:extLst xmlns:a="http://schemas.openxmlformats.org/drawingml/2006/main">
              <a:ext uri="{FF2B5EF4-FFF2-40B4-BE49-F238E27FC236}">
                <a16:creationId xmlns:a16="http://schemas.microsoft.com/office/drawing/2014/main" id="{09530F8D-833C-4DFD-A9D5-2428255F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34525" y="1771650"/>
            <a:ext cx="3638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1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725" b="1" i="1">
                <a:solidFill>
                  <a:srgbClr val="253238"/>
                </a:solidFill>
                <a:latin typeface="Arial"/>
                <a:ea typeface="Arial"/>
                <a:cs typeface="Arial"/>
              </a:rPr>
              <a:t>REFERENTIAL CONTROL STATE</a:t>
            </a:r>
          </a:p>
        </p:txBody>
      </p:sp>
      <p:sp>
        <p:nvSpPr>
          <p:cNvPr id="72" name="preserve-index">
            <a:extLst xmlns:a="http://schemas.openxmlformats.org/drawingml/2006/main">
              <a:ext uri="{FF2B5EF4-FFF2-40B4-BE49-F238E27FC236}">
                <a16:creationId xmlns:a16="http://schemas.microsoft.com/office/drawing/2014/main" id="{67A13192-D2A2-43B0-9D5F-92D4996C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39150" y="19526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69787E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69787E"/>
                </a:solidFill>
                <a:latin typeface="Arial"/>
                <a:ea typeface="Arial"/>
                <a:cs typeface="Arial"/>
              </a:rPr>
              <a:t>#1</a:t>
            </a:r>
          </a:p>
        </p:txBody>
      </p:sp>
      <p:sp>
        <p:nvSpPr>
          <p:cNvPr id="73" name="preserve-it">
            <a:extLst xmlns:a="http://schemas.openxmlformats.org/drawingml/2006/main">
              <a:ext uri="{FF2B5EF4-FFF2-40B4-BE49-F238E27FC236}">
                <a16:creationId xmlns:a16="http://schemas.microsoft.com/office/drawing/2014/main" id="{F51143BF-6956-4DF3-8AB9-805C08F5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82050" y="22764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F5"/>
          </a:solidFill>
          <a:ln xmlns:a="http://schemas.openxmlformats.org/drawingml/2006/main" w="23813">
            <a:solidFill>
              <a:srgbClr val="BD4E4A"/>
            </a:solidFill>
            <a:prstDash val="solid"/>
          </a:ln>
        </p:spPr>
      </p:sp>
      <p:sp>
        <p:nvSpPr>
          <p:cNvPr id="74" name="preserve-it-label">
            <a:extLst xmlns:a="http://schemas.openxmlformats.org/drawingml/2006/main">
              <a:ext uri="{FF2B5EF4-FFF2-40B4-BE49-F238E27FC236}">
                <a16:creationId xmlns:a16="http://schemas.microsoft.com/office/drawing/2014/main" id="{1393C1CD-E0B9-44E2-851F-AD6DA00D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82050" y="2286000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it</a:t>
            </a:r>
          </a:p>
        </p:txBody>
      </p:sp>
      <p:sp>
        <p:nvSpPr>
          <p:cNvPr id="75" name="preserve-path-a">
            <a:extLst xmlns:a="http://schemas.openxmlformats.org/drawingml/2006/main">
              <a:ext uri="{FF2B5EF4-FFF2-40B4-BE49-F238E27FC236}">
                <a16:creationId xmlns:a16="http://schemas.microsoft.com/office/drawing/2014/main" id="{4C39CC73-63AC-4109-BC31-2F2CDF73F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72600" y="2419350"/>
            <a:ext cx="7048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B4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preserve-lock-shackle">
            <a:extLst xmlns:a="http://schemas.openxmlformats.org/drawingml/2006/main">
              <a:ext uri="{FF2B5EF4-FFF2-40B4-BE49-F238E27FC236}">
                <a16:creationId xmlns:a16="http://schemas.microsoft.com/office/drawing/2014/main" id="{F9B073FE-EDA9-444A-B241-A30BDCBA0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31755" y="2238375"/>
            <a:ext cx="308610" cy="291465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34290">
            <a:solidFill>
              <a:srgbClr val="BD4E4A"/>
            </a:solidFill>
            <a:prstDash val="solid"/>
          </a:ln>
        </p:spPr>
      </p:sp>
      <p:sp>
        <p:nvSpPr>
          <p:cNvPr id="77" name="preserve-lock-body">
            <a:extLst xmlns:a="http://schemas.openxmlformats.org/drawingml/2006/main">
              <a:ext uri="{FF2B5EF4-FFF2-40B4-BE49-F238E27FC236}">
                <a16:creationId xmlns:a16="http://schemas.microsoft.com/office/drawing/2014/main" id="{EEBF3D6C-42E4-49C6-B08A-70F52FAF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88893" y="2426970"/>
            <a:ext cx="394335" cy="291465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BD4E4A"/>
          </a:solidFill>
          <a:ln xmlns:a="http://schemas.openxmlformats.org/drawingml/2006/main" w="9525">
            <a:solidFill>
              <a:srgbClr val="BD4E4A"/>
            </a:solidFill>
            <a:prstDash val="solid"/>
          </a:ln>
        </p:spPr>
      </p:sp>
      <p:sp>
        <p:nvSpPr>
          <p:cNvPr id="78" name="preserve-lock-hole">
            <a:extLst xmlns:a="http://schemas.openxmlformats.org/drawingml/2006/main">
              <a:ext uri="{FF2B5EF4-FFF2-40B4-BE49-F238E27FC236}">
                <a16:creationId xmlns:a16="http://schemas.microsoft.com/office/drawing/2014/main" id="{9BBBA9A4-0E84-421E-9FB3-D29A6610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43198" y="250412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preserve-lock-stem">
            <a:extLst xmlns:a="http://schemas.openxmlformats.org/drawingml/2006/main">
              <a:ext uri="{FF2B5EF4-FFF2-40B4-BE49-F238E27FC236}">
                <a16:creationId xmlns:a16="http://schemas.microsoft.com/office/drawing/2014/main" id="{85D36684-352D-410B-9C16-205A4B251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68915" y="2564130"/>
            <a:ext cx="3429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preserve-path-b">
            <a:extLst xmlns:a="http://schemas.openxmlformats.org/drawingml/2006/main">
              <a:ext uri="{FF2B5EF4-FFF2-40B4-BE49-F238E27FC236}">
                <a16:creationId xmlns:a16="http://schemas.microsoft.com/office/drawing/2014/main" id="{8DAAC8A7-1CAD-44E4-86CA-B7B82821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77525" y="2419350"/>
            <a:ext cx="5143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B4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preserve-target">
            <a:extLst xmlns:a="http://schemas.openxmlformats.org/drawingml/2006/main">
              <a:ext uri="{FF2B5EF4-FFF2-40B4-BE49-F238E27FC236}">
                <a16:creationId xmlns:a16="http://schemas.microsoft.com/office/drawing/2014/main" id="{88EB326A-D104-4678-BDA4-1E0141BF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01350" y="2257425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8E4"/>
          </a:solidFill>
          <a:ln xmlns:a="http://schemas.openxmlformats.org/drawingml/2006/main" w="23813">
            <a:solidFill>
              <a:srgbClr val="BD4E4A"/>
            </a:solidFill>
            <a:prstDash val="solid"/>
          </a:ln>
        </p:spPr>
      </p:sp>
      <p:sp>
        <p:nvSpPr>
          <p:cNvPr id="82" name="preserve-target-label">
            <a:extLst xmlns:a="http://schemas.openxmlformats.org/drawingml/2006/main">
              <a:ext uri="{FF2B5EF4-FFF2-40B4-BE49-F238E27FC236}">
                <a16:creationId xmlns:a16="http://schemas.microsoft.com/office/drawing/2014/main" id="{039D4BD7-4615-4E7C-9377-A4CA2AF0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01350" y="2276475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BD4E4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83" name="preserve-mode">
            <a:extLst xmlns:a="http://schemas.openxmlformats.org/drawingml/2006/main">
              <a:ext uri="{FF2B5EF4-FFF2-40B4-BE49-F238E27FC236}">
                <a16:creationId xmlns:a16="http://schemas.microsoft.com/office/drawing/2014/main" id="{96F8565D-F7C2-4C9F-BC89-D84EF1B5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77225" y="2838450"/>
            <a:ext cx="2905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203"/>
          </a:bodyPr>
          <a:lstStyle xmlns:a="http://schemas.openxmlformats.org/drawingml/2006/main"/>
          <a:p xmlns:a="http://schemas.openxmlformats.org/drawingml/2006/main">
            <a:pPr algn="ctr">
              <a:defRPr sz="1725" b="1" i="1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1725" b="1" i="1">
                <a:solidFill>
                  <a:srgbClr val="BD4E4A"/>
                </a:solidFill>
                <a:latin typeface="Arial"/>
                <a:ea typeface="Arial"/>
                <a:cs typeface="Arial"/>
              </a:rPr>
              <a:t>BOUND BEFORE</a:t>
            </a:r>
          </a:p>
          <a:p xmlns:a="http://schemas.openxmlformats.org/drawingml/2006/main">
            <a:pPr algn="ctr">
              <a:defRPr sz="1725" b="1" i="1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1725" b="1" i="1">
                <a:solidFill>
                  <a:srgbClr val="BD4E4A"/>
                </a:solidFill>
                <a:latin typeface="Arial"/>
                <a:ea typeface="Arial"/>
                <a:cs typeface="Arial"/>
              </a:rPr>
              <a:t>REFRESH</a:t>
            </a:r>
          </a:p>
        </p:txBody>
      </p:sp>
      <p:sp>
        <p:nvSpPr>
          <p:cNvPr id="84" name="preserve-desc">
            <a:extLst xmlns:a="http://schemas.openxmlformats.org/drawingml/2006/main">
              <a:ext uri="{FF2B5EF4-FFF2-40B4-BE49-F238E27FC236}">
                <a16:creationId xmlns:a16="http://schemas.microsoft.com/office/drawing/2014/main" id="{4140E27B-5ED5-4873-9493-21045327B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5800" y="33337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826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target already committed</a:t>
            </a:r>
          </a:p>
        </p:txBody>
      </p:sp>
      <p:sp>
        <p:nvSpPr>
          <p:cNvPr id="85" name="reevaluate-index">
            <a:extLst xmlns:a="http://schemas.openxmlformats.org/drawingml/2006/main">
              <a:ext uri="{FF2B5EF4-FFF2-40B4-BE49-F238E27FC236}">
                <a16:creationId xmlns:a16="http://schemas.microsoft.com/office/drawing/2014/main" id="{7F5DDB03-84D3-4AE9-9E58-D7093711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34775" y="19526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69787E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69787E"/>
                </a:solidFill>
                <a:latin typeface="Arial"/>
                <a:ea typeface="Arial"/>
                <a:cs typeface="Arial"/>
              </a:rPr>
              <a:t>#2</a:t>
            </a:r>
          </a:p>
        </p:txBody>
      </p:sp>
      <p:sp>
        <p:nvSpPr>
          <p:cNvPr id="86" name="reevaluate-it">
            <a:extLst xmlns:a="http://schemas.openxmlformats.org/drawingml/2006/main">
              <a:ext uri="{FF2B5EF4-FFF2-40B4-BE49-F238E27FC236}">
                <a16:creationId xmlns:a16="http://schemas.microsoft.com/office/drawing/2014/main" id="{A5E7FE7E-A2C2-4A4F-B17D-19D3210FA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20525" y="22764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FAF9"/>
          </a:solidFill>
          <a:ln xmlns:a="http://schemas.openxmlformats.org/drawingml/2006/main" w="23813">
            <a:solidFill>
              <a:srgbClr val="278681"/>
            </a:solidFill>
            <a:prstDash val="solid"/>
          </a:ln>
        </p:spPr>
      </p:sp>
      <p:sp>
        <p:nvSpPr>
          <p:cNvPr id="87" name="reevaluate-it-label">
            <a:extLst xmlns:a="http://schemas.openxmlformats.org/drawingml/2006/main">
              <a:ext uri="{FF2B5EF4-FFF2-40B4-BE49-F238E27FC236}">
                <a16:creationId xmlns:a16="http://schemas.microsoft.com/office/drawing/2014/main" id="{F5CFF220-824A-4C4D-AED9-62F3D525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20525" y="2286000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it</a:t>
            </a:r>
          </a:p>
        </p:txBody>
      </p:sp>
      <p:sp>
        <p:nvSpPr>
          <p:cNvPr id="88" name="reevaluate-path-a">
            <a:extLst xmlns:a="http://schemas.openxmlformats.org/drawingml/2006/main">
              <a:ext uri="{FF2B5EF4-FFF2-40B4-BE49-F238E27FC236}">
                <a16:creationId xmlns:a16="http://schemas.microsoft.com/office/drawing/2014/main" id="{BAABD76A-E818-4EC7-BCA2-E3666418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11075" y="2419350"/>
            <a:ext cx="6286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B4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reevaluate-hourglass-top">
            <a:extLst xmlns:a="http://schemas.openxmlformats.org/drawingml/2006/main">
              <a:ext uri="{FF2B5EF4-FFF2-40B4-BE49-F238E27FC236}">
                <a16:creationId xmlns:a16="http://schemas.microsoft.com/office/drawing/2014/main" id="{AA21BA04-BE21-44D6-8E71-33595BF3B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096875" y="2265045"/>
            <a:ext cx="4114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4290">
            <a:solidFill>
              <a:srgbClr val="278681"/>
            </a:solidFill>
            <a:prstDash val="solid"/>
          </a:ln>
        </p:spPr>
      </p:sp>
      <p:sp>
        <p:nvSpPr>
          <p:cNvPr id="90" name="reevaluate-hourglass-bottom">
            <a:extLst xmlns:a="http://schemas.openxmlformats.org/drawingml/2006/main">
              <a:ext uri="{FF2B5EF4-FFF2-40B4-BE49-F238E27FC236}">
                <a16:creationId xmlns:a16="http://schemas.microsoft.com/office/drawing/2014/main" id="{FD49299F-4596-4132-A5D5-BBF8B034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096875" y="2710815"/>
            <a:ext cx="4114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4290">
            <a:solidFill>
              <a:srgbClr val="278681"/>
            </a:solidFill>
            <a:prstDash val="solid"/>
          </a:ln>
        </p:spPr>
      </p:sp>
      <p:sp>
        <p:nvSpPr>
          <p:cNvPr id="91" name="reevaluate-hourglass-cross-a">
            <a:extLst xmlns:a="http://schemas.openxmlformats.org/drawingml/2006/main">
              <a:ext uri="{FF2B5EF4-FFF2-40B4-BE49-F238E27FC236}">
                <a16:creationId xmlns:a16="http://schemas.microsoft.com/office/drawing/2014/main" id="{7CCAE31B-62E1-4D84-8D7F-E67742E8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156883" y="2316480"/>
            <a:ext cx="291465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004">
            <a:solidFill>
              <a:srgbClr val="278681"/>
            </a:solidFill>
            <a:prstDash val="solid"/>
          </a:ln>
        </p:spPr>
      </p:sp>
      <p:sp>
        <p:nvSpPr>
          <p:cNvPr id="92" name="reevaluate-hourglass-cross-b">
            <a:extLst xmlns:a="http://schemas.openxmlformats.org/drawingml/2006/main">
              <a:ext uri="{FF2B5EF4-FFF2-40B4-BE49-F238E27FC236}">
                <a16:creationId xmlns:a16="http://schemas.microsoft.com/office/drawing/2014/main" id="{BDE30409-C74C-4562-9BC9-4B43092C9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3156883" y="2316480"/>
            <a:ext cx="291465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004">
            <a:solidFill>
              <a:srgbClr val="278681"/>
            </a:solidFill>
            <a:prstDash val="solid"/>
          </a:ln>
        </p:spPr>
      </p:sp>
      <p:sp>
        <p:nvSpPr>
          <p:cNvPr id="93" name="reevaluate-hourglass-sand-top">
            <a:extLst xmlns:a="http://schemas.openxmlformats.org/drawingml/2006/main">
              <a:ext uri="{FF2B5EF4-FFF2-40B4-BE49-F238E27FC236}">
                <a16:creationId xmlns:a16="http://schemas.microsoft.com/office/drawing/2014/main" id="{C03BA7DA-19D5-4F87-8566-9331F6A5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16890" y="2342198"/>
            <a:ext cx="171450" cy="145733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786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reevaluate-hourglass-sand-bottom">
            <a:extLst xmlns:a="http://schemas.openxmlformats.org/drawingml/2006/main">
              <a:ext uri="{FF2B5EF4-FFF2-40B4-BE49-F238E27FC236}">
                <a16:creationId xmlns:a16="http://schemas.microsoft.com/office/drawing/2014/main" id="{EA331A6E-D3DF-46DC-939A-006F66E4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3216890" y="2513648"/>
            <a:ext cx="171450" cy="145733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786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reevaluate-path-b">
            <a:extLst xmlns:a="http://schemas.openxmlformats.org/drawingml/2006/main">
              <a:ext uri="{FF2B5EF4-FFF2-40B4-BE49-F238E27FC236}">
                <a16:creationId xmlns:a16="http://schemas.microsoft.com/office/drawing/2014/main" id="{D78220C4-F1DB-4CCA-9810-48E0302C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92175" y="2419350"/>
            <a:ext cx="45720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B4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reevaluate-target">
            <a:extLst xmlns:a="http://schemas.openxmlformats.org/drawingml/2006/main">
              <a:ext uri="{FF2B5EF4-FFF2-40B4-BE49-F238E27FC236}">
                <a16:creationId xmlns:a16="http://schemas.microsoft.com/office/drawing/2014/main" id="{CE8DAC8E-CB10-4132-9502-76DAE1FE6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16050" y="2257425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1F0"/>
          </a:solidFill>
          <a:ln xmlns:a="http://schemas.openxmlformats.org/drawingml/2006/main" w="23813">
            <a:solidFill>
              <a:srgbClr val="278681"/>
            </a:solidFill>
            <a:prstDash val="solid"/>
          </a:ln>
        </p:spPr>
      </p:sp>
      <p:sp>
        <p:nvSpPr>
          <p:cNvPr id="97" name="reevaluate-target-label">
            <a:extLst xmlns:a="http://schemas.openxmlformats.org/drawingml/2006/main">
              <a:ext uri="{FF2B5EF4-FFF2-40B4-BE49-F238E27FC236}">
                <a16:creationId xmlns:a16="http://schemas.microsoft.com/office/drawing/2014/main" id="{F347354F-D0B3-4DF3-A080-CFE1AE7D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16050" y="2276475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98" name="reevaluate-mode">
            <a:extLst xmlns:a="http://schemas.openxmlformats.org/drawingml/2006/main">
              <a:ext uri="{FF2B5EF4-FFF2-40B4-BE49-F238E27FC236}">
                <a16:creationId xmlns:a16="http://schemas.microsoft.com/office/drawing/2014/main" id="{02273D19-20FB-4F0B-B139-89DBB1CA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06200" y="28384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203"/>
          </a:bodyPr>
          <a:lstStyle xmlns:a="http://schemas.openxmlformats.org/drawingml/2006/main"/>
          <a:p xmlns:a="http://schemas.openxmlformats.org/drawingml/2006/main">
            <a:pPr algn="ctr">
              <a:defRPr sz="1725" b="1" i="1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1725" b="1" i="1">
                <a:solidFill>
                  <a:srgbClr val="BD4E4A"/>
                </a:solidFill>
                <a:latin typeface="Arial"/>
                <a:ea typeface="Arial"/>
                <a:cs typeface="Arial"/>
              </a:rPr>
              <a:t>DEFERRED UNTIL</a:t>
            </a:r>
          </a:p>
          <a:p xmlns:a="http://schemas.openxmlformats.org/drawingml/2006/main">
            <a:pPr algn="ctr">
              <a:defRPr sz="1725" b="1" i="1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1725" b="1" i="1">
                <a:solidFill>
                  <a:srgbClr val="BD4E4A"/>
                </a:solidFill>
                <a:latin typeface="Arial"/>
                <a:ea typeface="Arial"/>
                <a:cs typeface="Arial"/>
              </a:rPr>
              <a:t>AFTER REFRESH</a:t>
            </a:r>
          </a:p>
        </p:txBody>
      </p:sp>
      <p:sp>
        <p:nvSpPr>
          <p:cNvPr id="99" name="reevaluate-desc">
            <a:extLst xmlns:a="http://schemas.openxmlformats.org/drawingml/2006/main">
              <a:ext uri="{FF2B5EF4-FFF2-40B4-BE49-F238E27FC236}">
                <a16:creationId xmlns:a16="http://schemas.microsoft.com/office/drawing/2014/main" id="{95EC09D8-E544-4F4B-8CA3-309B209B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34775" y="3333750"/>
            <a:ext cx="3086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826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target selected after refresh</a:t>
            </a:r>
          </a:p>
        </p:txBody>
      </p:sp>
      <p:sp>
        <p:nvSpPr>
          <p:cNvPr id="100" name="cloud-takeaway">
            <a:extLst xmlns:a="http://schemas.openxmlformats.org/drawingml/2006/main">
              <a:ext uri="{FF2B5EF4-FFF2-40B4-BE49-F238E27FC236}">
                <a16:creationId xmlns:a16="http://schemas.microsoft.com/office/drawing/2014/main" id="{2DF65074-152F-4E93-B316-BA7CE8B91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91550" y="4143375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1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1725" b="1" i="1">
                <a:solidFill>
                  <a:srgbClr val="278681"/>
                </a:solidFill>
                <a:latin typeface="Arial"/>
                <a:ea typeface="Arial"/>
                <a:cs typeface="Arial"/>
              </a:rPr>
              <a:t>Same refresh · opposite correct targets</a:t>
            </a:r>
          </a:p>
        </p:txBody>
      </p:sp>
      <p:sp>
        <p:nvSpPr>
          <p:cNvPr id="101" name="bottom-rule">
            <a:extLst xmlns:a="http://schemas.openxmlformats.org/drawingml/2006/main">
              <a:ext uri="{FF2B5EF4-FFF2-40B4-BE49-F238E27FC236}">
                <a16:creationId xmlns:a16="http://schemas.microsoft.com/office/drawing/2014/main" id="{0A629C03-48A2-47E4-954F-D7FCBB60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8600" y="4629150"/>
            <a:ext cx="1478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4B4D4F"/>
            </a:solidFill>
            <a:prstDash val="solid"/>
          </a:ln>
        </p:spPr>
      </p:sp>
      <p:sp>
        <p:nvSpPr>
          <p:cNvPr id="102" name="header-instructions">
            <a:extLst xmlns:a="http://schemas.openxmlformats.org/drawingml/2006/main">
              <a:ext uri="{FF2B5EF4-FFF2-40B4-BE49-F238E27FC236}">
                <a16:creationId xmlns:a16="http://schemas.microsoft.com/office/drawing/2014/main" id="{A83C3842-7A1F-4E6D-AC71-69F6FD026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5375" y="4686300"/>
            <a:ext cx="633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INSTRUCTIONS</a:t>
            </a:r>
          </a:p>
        </p:txBody>
      </p:sp>
      <p:sp>
        <p:nvSpPr>
          <p:cNvPr id="103" name="header-target">
            <a:extLst xmlns:a="http://schemas.openxmlformats.org/drawingml/2006/main">
              <a:ext uri="{FF2B5EF4-FFF2-40B4-BE49-F238E27FC236}">
                <a16:creationId xmlns:a16="http://schemas.microsoft.com/office/drawing/2014/main" id="{DE00DDB9-1035-41EA-BDCA-99CB0550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4800" y="46863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CORRECT TARGET</a:t>
            </a:r>
          </a:p>
        </p:txBody>
      </p:sp>
      <p:sp>
        <p:nvSpPr>
          <p:cNvPr id="104" name="header-failure">
            <a:extLst xmlns:a="http://schemas.openxmlformats.org/drawingml/2006/main">
              <a:ext uri="{FF2B5EF4-FFF2-40B4-BE49-F238E27FC236}">
                <a16:creationId xmlns:a16="http://schemas.microsoft.com/office/drawing/2014/main" id="{58CB52F5-6674-43F7-8E48-3B48E415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49100" y="46863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FAILURE EXPOSED</a:t>
            </a:r>
          </a:p>
        </p:txBody>
      </p:sp>
      <p:sp>
        <p:nvSpPr>
          <p:cNvPr id="105" name="header-underline">
            <a:extLst xmlns:a="http://schemas.openxmlformats.org/drawingml/2006/main">
              <a:ext uri="{FF2B5EF4-FFF2-40B4-BE49-F238E27FC236}">
                <a16:creationId xmlns:a16="http://schemas.microsoft.com/office/drawing/2014/main" id="{43D36F93-B610-4E44-97A7-674D18157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8600" y="5124450"/>
            <a:ext cx="1478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EBABC"/>
            </a:solidFill>
            <a:prstDash val="solid"/>
          </a:ln>
        </p:spPr>
      </p:sp>
      <p:sp>
        <p:nvSpPr>
          <p:cNvPr id="106" name="bottom-col-target">
            <a:extLst xmlns:a="http://schemas.openxmlformats.org/drawingml/2006/main">
              <a:ext uri="{FF2B5EF4-FFF2-40B4-BE49-F238E27FC236}">
                <a16:creationId xmlns:a16="http://schemas.microsoft.com/office/drawing/2014/main" id="{06278FF6-181F-4AEC-A8E4-CF3E3D3F7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762875" y="4629150"/>
            <a:ext cx="0" cy="2400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AEBABC"/>
            </a:solidFill>
            <a:prstDash val="solid"/>
          </a:ln>
        </p:spPr>
      </p:sp>
      <p:sp>
        <p:nvSpPr>
          <p:cNvPr id="107" name="bottom-col-failure">
            <a:extLst xmlns:a="http://schemas.openxmlformats.org/drawingml/2006/main">
              <a:ext uri="{FF2B5EF4-FFF2-40B4-BE49-F238E27FC236}">
                <a16:creationId xmlns:a16="http://schemas.microsoft.com/office/drawing/2014/main" id="{BD80F9BC-3404-4C81-BF62-87EFB9B21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544300" y="4629150"/>
            <a:ext cx="0" cy="2400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AEBABC"/>
            </a:solidFill>
            <a:prstDash val="solid"/>
          </a:ln>
        </p:spPr>
      </p:sp>
      <p:sp>
        <p:nvSpPr>
          <p:cNvPr id="108" name="instruction-row-1">
            <a:extLst xmlns:a="http://schemas.openxmlformats.org/drawingml/2006/main">
              <a:ext uri="{FF2B5EF4-FFF2-40B4-BE49-F238E27FC236}">
                <a16:creationId xmlns:a16="http://schemas.microsoft.com/office/drawing/2014/main" id="{4706E894-0ECF-4E86-A315-1C156DCD3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" y="5181600"/>
            <a:ext cx="113157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instruction-row-2">
            <a:extLst xmlns:a="http://schemas.openxmlformats.org/drawingml/2006/main">
              <a:ext uri="{FF2B5EF4-FFF2-40B4-BE49-F238E27FC236}">
                <a16:creationId xmlns:a16="http://schemas.microsoft.com/office/drawing/2014/main" id="{50190CEC-62E5-43FB-B6B1-3FB082BD6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" y="6124575"/>
            <a:ext cx="113157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instruction-row-1-accent">
            <a:extLst xmlns:a="http://schemas.openxmlformats.org/drawingml/2006/main">
              <a:ext uri="{FF2B5EF4-FFF2-40B4-BE49-F238E27FC236}">
                <a16:creationId xmlns:a16="http://schemas.microsoft.com/office/drawing/2014/main" id="{B5C3A5A9-200B-49B5-A188-44273FFD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" y="5181600"/>
            <a:ext cx="6667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instruction-row-2-accent">
            <a:extLst xmlns:a="http://schemas.openxmlformats.org/drawingml/2006/main">
              <a:ext uri="{FF2B5EF4-FFF2-40B4-BE49-F238E27FC236}">
                <a16:creationId xmlns:a16="http://schemas.microsoft.com/office/drawing/2014/main" id="{F30590FA-18FF-4921-B33E-F3B0B837A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" y="6124575"/>
            <a:ext cx="6667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6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row-1-index">
            <a:extLst xmlns:a="http://schemas.openxmlformats.org/drawingml/2006/main">
              <a:ext uri="{FF2B5EF4-FFF2-40B4-BE49-F238E27FC236}">
                <a16:creationId xmlns:a16="http://schemas.microsoft.com/office/drawing/2014/main" id="{E870C54E-6BB1-47DF-8C00-BF8F1C173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25" y="5343525"/>
            <a:ext cx="590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#1</a:t>
            </a:r>
          </a:p>
        </p:txBody>
      </p:sp>
      <p:sp>
        <p:nvSpPr>
          <p:cNvPr id="113" name="row-1-text">
            <a:extLst xmlns:a="http://schemas.openxmlformats.org/drawingml/2006/main">
              <a:ext uri="{FF2B5EF4-FFF2-40B4-BE49-F238E27FC236}">
                <a16:creationId xmlns:a16="http://schemas.microsoft.com/office/drawing/2014/main" id="{FC7D7F50-9917-4C11-8AD5-63B15745C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52768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Choose the highest-priority unread email now.</a:t>
            </a:r>
          </a:p>
          <a:p xmlns:a="http://schemas.openxmlformats.org/drawingml/2006/main">
            <a:pPr algn="l">
              <a:defRPr sz="1875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Refresh the mailbox, then reply to it.</a:t>
            </a:r>
          </a:p>
        </p:txBody>
      </p:sp>
      <p:sp>
        <p:nvSpPr>
          <p:cNvPr id="114" name="row-1-target">
            <a:extLst xmlns:a="http://schemas.openxmlformats.org/drawingml/2006/main">
              <a:ext uri="{FF2B5EF4-FFF2-40B4-BE49-F238E27FC236}">
                <a16:creationId xmlns:a16="http://schemas.microsoft.com/office/drawing/2014/main" id="{40DD7966-4877-45C4-AC9F-3DB35145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5391150"/>
            <a:ext cx="3162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BD4E4A"/>
                </a:solidFill>
                <a:latin typeface="Arial"/>
                <a:ea typeface="Arial"/>
                <a:cs typeface="Arial"/>
              </a:rPr>
              <a:t>Email A</a:t>
            </a:r>
          </a:p>
        </p:txBody>
      </p:sp>
      <p:sp>
        <p:nvSpPr>
          <p:cNvPr id="115" name="row-2-index">
            <a:extLst xmlns:a="http://schemas.openxmlformats.org/drawingml/2006/main">
              <a:ext uri="{FF2B5EF4-FFF2-40B4-BE49-F238E27FC236}">
                <a16:creationId xmlns:a16="http://schemas.microsoft.com/office/drawing/2014/main" id="{925EE734-02B3-4587-B978-227BCA563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25" y="6286500"/>
            <a:ext cx="590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#2</a:t>
            </a:r>
          </a:p>
        </p:txBody>
      </p:sp>
      <p:sp>
        <p:nvSpPr>
          <p:cNvPr id="116" name="row-2-text">
            <a:extLst xmlns:a="http://schemas.openxmlformats.org/drawingml/2006/main">
              <a:ext uri="{FF2B5EF4-FFF2-40B4-BE49-F238E27FC236}">
                <a16:creationId xmlns:a16="http://schemas.microsoft.com/office/drawing/2014/main" id="{1B0435E3-D73E-4A1B-9754-2F4069B2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6219825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Refresh the mailbox first.</a:t>
            </a:r>
          </a:p>
          <a:p xmlns:a="http://schemas.openxmlformats.org/drawingml/2006/main">
            <a:pPr algn="l">
              <a:defRPr sz="1875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Then choose the highest-priority unread email and reply.</a:t>
            </a:r>
          </a:p>
        </p:txBody>
      </p:sp>
      <p:sp>
        <p:nvSpPr>
          <p:cNvPr id="117" name="row-2-target">
            <a:extLst xmlns:a="http://schemas.openxmlformats.org/drawingml/2006/main">
              <a:ext uri="{FF2B5EF4-FFF2-40B4-BE49-F238E27FC236}">
                <a16:creationId xmlns:a16="http://schemas.microsoft.com/office/drawing/2014/main" id="{E8002B68-B585-4180-BD4C-6F1AA79B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6334125"/>
            <a:ext cx="3162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Email B</a:t>
            </a:r>
          </a:p>
        </p:txBody>
      </p:sp>
      <p:sp>
        <p:nvSpPr>
          <p:cNvPr id="118" name="rows-divider">
            <a:extLst xmlns:a="http://schemas.openxmlformats.org/drawingml/2006/main">
              <a:ext uri="{FF2B5EF4-FFF2-40B4-BE49-F238E27FC236}">
                <a16:creationId xmlns:a16="http://schemas.microsoft.com/office/drawing/2014/main" id="{DBBEFBA0-C99F-4CB0-AC94-BC51C1CD7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8600" y="6086475"/>
            <a:ext cx="1131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AEBABC"/>
            </a:solidFill>
            <a:prstDash val="solid"/>
          </a:ln>
        </p:spPr>
      </p:sp>
      <p:sp>
        <p:nvSpPr>
          <p:cNvPr id="119" name="failure-1-from">
            <a:extLst xmlns:a="http://schemas.openxmlformats.org/drawingml/2006/main">
              <a:ext uri="{FF2B5EF4-FFF2-40B4-BE49-F238E27FC236}">
                <a16:creationId xmlns:a16="http://schemas.microsoft.com/office/drawing/2014/main" id="{C0FAE9AF-784C-481B-B345-5C71F3D6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0" y="53530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8E4"/>
          </a:solidFill>
          <a:ln xmlns:a="http://schemas.openxmlformats.org/drawingml/2006/main" w="22860">
            <a:solidFill>
              <a:srgbClr val="BD4E4A"/>
            </a:solidFill>
            <a:prstDash val="solid"/>
          </a:ln>
        </p:spPr>
      </p:sp>
      <p:sp>
        <p:nvSpPr>
          <p:cNvPr id="120" name="failure-1-from-label">
            <a:extLst xmlns:a="http://schemas.openxmlformats.org/drawingml/2006/main">
              <a:ext uri="{FF2B5EF4-FFF2-40B4-BE49-F238E27FC236}">
                <a16:creationId xmlns:a16="http://schemas.microsoft.com/office/drawing/2014/main" id="{CF972B7E-7620-43F8-A740-92A66600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0" y="5372100"/>
            <a:ext cx="514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BD4E4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21" name="failure-1-arrow">
            <a:extLst xmlns:a="http://schemas.openxmlformats.org/drawingml/2006/main">
              <a:ext uri="{FF2B5EF4-FFF2-40B4-BE49-F238E27FC236}">
                <a16:creationId xmlns:a16="http://schemas.microsoft.com/office/drawing/2014/main" id="{408A1C48-11A5-473D-8ABE-CEECF9E6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39650" y="5495925"/>
            <a:ext cx="6286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failure-1-to">
            <a:extLst xmlns:a="http://schemas.openxmlformats.org/drawingml/2006/main">
              <a:ext uri="{FF2B5EF4-FFF2-40B4-BE49-F238E27FC236}">
                <a16:creationId xmlns:a16="http://schemas.microsoft.com/office/drawing/2014/main" id="{1D397BD3-0119-497C-9C99-84AFD1D7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73075" y="53530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BD4E4A"/>
            </a:solidFill>
            <a:prstDash val="solid"/>
          </a:ln>
        </p:spPr>
      </p:sp>
      <p:sp>
        <p:nvSpPr>
          <p:cNvPr id="123" name="failure-1-to-label">
            <a:extLst xmlns:a="http://schemas.openxmlformats.org/drawingml/2006/main">
              <a:ext uri="{FF2B5EF4-FFF2-40B4-BE49-F238E27FC236}">
                <a16:creationId xmlns:a16="http://schemas.microsoft.com/office/drawing/2014/main" id="{673ED4D2-F411-425A-A405-842FCF8A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73075" y="5372100"/>
            <a:ext cx="514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BD4E4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24" name="failure-1-label">
            <a:extLst xmlns:a="http://schemas.openxmlformats.org/drawingml/2006/main">
              <a:ext uri="{FF2B5EF4-FFF2-40B4-BE49-F238E27FC236}">
                <a16:creationId xmlns:a16="http://schemas.microsoft.com/office/drawing/2014/main" id="{49E1B5A1-EA44-491E-9F9C-26AA2D2A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0" y="5305425"/>
            <a:ext cx="1066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1512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BD4E4A"/>
                </a:solidFill>
                <a:latin typeface="Arial"/>
                <a:ea typeface="Arial"/>
                <a:cs typeface="Arial"/>
              </a:rPr>
              <a:t>Incorrect</a:t>
            </a:r>
          </a:p>
          <a:p xmlns:a="http://schemas.openxmlformats.org/drawingml/2006/main">
            <a:pPr algn="ctr">
              <a:defRPr sz="1500" b="1" i="0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BD4E4A"/>
                </a:solidFill>
                <a:latin typeface="Arial"/>
                <a:ea typeface="Arial"/>
                <a:cs typeface="Arial"/>
              </a:rPr>
              <a:t>re-resolution</a:t>
            </a:r>
          </a:p>
        </p:txBody>
      </p:sp>
      <p:sp>
        <p:nvSpPr>
          <p:cNvPr id="125" name="failure-2-from">
            <a:extLst xmlns:a="http://schemas.openxmlformats.org/drawingml/2006/main">
              <a:ext uri="{FF2B5EF4-FFF2-40B4-BE49-F238E27FC236}">
                <a16:creationId xmlns:a16="http://schemas.microsoft.com/office/drawing/2014/main" id="{D6005AD9-4B6F-479F-A2B6-243C4835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0" y="62960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1F0"/>
          </a:solidFill>
          <a:ln xmlns:a="http://schemas.openxmlformats.org/drawingml/2006/main" w="22860">
            <a:solidFill>
              <a:srgbClr val="278681"/>
            </a:solidFill>
            <a:prstDash val="solid"/>
          </a:ln>
        </p:spPr>
      </p:sp>
      <p:sp>
        <p:nvSpPr>
          <p:cNvPr id="126" name="failure-2-from-label">
            <a:extLst xmlns:a="http://schemas.openxmlformats.org/drawingml/2006/main">
              <a:ext uri="{FF2B5EF4-FFF2-40B4-BE49-F238E27FC236}">
                <a16:creationId xmlns:a16="http://schemas.microsoft.com/office/drawing/2014/main" id="{8AAC8268-318C-4FAE-83B3-E041DDEB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0" y="6315075"/>
            <a:ext cx="514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27" name="failure-2-arrow">
            <a:extLst xmlns:a="http://schemas.openxmlformats.org/drawingml/2006/main">
              <a:ext uri="{FF2B5EF4-FFF2-40B4-BE49-F238E27FC236}">
                <a16:creationId xmlns:a16="http://schemas.microsoft.com/office/drawing/2014/main" id="{834E2E2F-A4AC-4918-B930-10073E062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39650" y="6438900"/>
            <a:ext cx="6286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86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failure-2-to">
            <a:extLst xmlns:a="http://schemas.openxmlformats.org/drawingml/2006/main">
              <a:ext uri="{FF2B5EF4-FFF2-40B4-BE49-F238E27FC236}">
                <a16:creationId xmlns:a16="http://schemas.microsoft.com/office/drawing/2014/main" id="{3ABD035C-BBB8-4D42-8A12-AE5CDA75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73075" y="62960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278681"/>
            </a:solidFill>
            <a:prstDash val="solid"/>
          </a:ln>
        </p:spPr>
      </p:sp>
      <p:sp>
        <p:nvSpPr>
          <p:cNvPr id="129" name="failure-2-to-label">
            <a:extLst xmlns:a="http://schemas.openxmlformats.org/drawingml/2006/main">
              <a:ext uri="{FF2B5EF4-FFF2-40B4-BE49-F238E27FC236}">
                <a16:creationId xmlns:a16="http://schemas.microsoft.com/office/drawing/2014/main" id="{57A20DEE-CC2B-4F7E-8C4A-688AB198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73075" y="6315075"/>
            <a:ext cx="514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30" name="failure-2-label">
            <a:extLst xmlns:a="http://schemas.openxmlformats.org/drawingml/2006/main">
              <a:ext uri="{FF2B5EF4-FFF2-40B4-BE49-F238E27FC236}">
                <a16:creationId xmlns:a16="http://schemas.microsoft.com/office/drawing/2014/main" id="{01AA6055-2E4E-4681-8E8F-FD717DF1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0" y="6248400"/>
            <a:ext cx="1066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Incorrect</a:t>
            </a:r>
          </a:p>
          <a:p xmlns:a="http://schemas.openxmlformats.org/drawingml/2006/main">
            <a:pPr algn="ctr">
              <a:defRPr sz="1500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early lock</a:t>
            </a:r>
          </a:p>
        </p:txBody>
      </p:sp>
      <p:sp>
        <p:nvSpPr>
          <p:cNvPr id="131" name="bottom-rule-final">
            <a:extLst xmlns:a="http://schemas.openxmlformats.org/drawingml/2006/main">
              <a:ext uri="{FF2B5EF4-FFF2-40B4-BE49-F238E27FC236}">
                <a16:creationId xmlns:a16="http://schemas.microsoft.com/office/drawing/2014/main" id="{246FFF4D-BC7F-4A9C-82D6-DF5A984BD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8600" y="7029450"/>
            <a:ext cx="1478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4B4D4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216705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2026-07-28T07:47:00.9980000Z</dcterms:created>
  <dcterms:modified xsi:type="dcterms:W3CDTF">2026-07-28T07:47:00.9980000Z</dcterms:modified>
</coreProperties>
</file>