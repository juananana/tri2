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486a6a6ff64427" /><Relationship Type="http://schemas.openxmlformats.org/officeDocument/2006/relationships/extended-properties" Target="/docProps/app.xml" Id="Re22058d558b3479c" /><Relationship Type="http://schemas.openxmlformats.org/officeDocument/2006/relationships/officeDocument" Target="/ppt/presentation.xml" Id="R2a2119f41b7141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e152ad11d94088"/>
  </p:sldMasterIdLst>
  <p:notesMasterIdLst>
    <p:notesMasterId xmlns:r="http://schemas.openxmlformats.org/officeDocument/2006/relationships" r:id="R2d2fbc966d5144ab"/>
  </p:notesMasterIdLst>
  <p:sldIdLst>
    <p:sldId xmlns:r="http://schemas.openxmlformats.org/officeDocument/2006/relationships" id="256" r:id="R9ab5350086264105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56f30928c04531" /><Relationship Type="http://schemas.openxmlformats.org/officeDocument/2006/relationships/slideMaster" Target="/ppt/slideMasters/slideMaster1.xml" Id="R10e152ad11d94088" /><Relationship Type="http://schemas.openxmlformats.org/officeDocument/2006/relationships/notesMaster" Target="/ppt/notesMasters/notesMaster1.xml" Id="R2d2fbc966d5144ab" /><Relationship Type="http://schemas.openxmlformats.org/officeDocument/2006/relationships/presProps" Target="/ppt/presProps.xml" Id="Rfce796e0a2504521" /><Relationship Type="http://schemas.openxmlformats.org/officeDocument/2006/relationships/tableStyles" Target="/ppt/tableStyles.xml" Id="R7c9d1e9157fa42d0" /><Relationship Type="http://schemas.openxmlformats.org/officeDocument/2006/relationships/slide" Target="/ppt/slides/slide1.xml" Id="R9ab53500862641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af85fd2b4942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10bec90a354f00" /><Relationship Type="http://schemas.openxmlformats.org/officeDocument/2006/relationships/notesMaster" Target="/ppt/notesMasters/notesMaster1.xml" Id="R87a01386c28f46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beb0eb1724c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8fe9ea520d4ffc" /><Relationship Type="http://schemas.openxmlformats.org/officeDocument/2006/relationships/slideLayout" Target="/ppt/slideLayouts/slideLayout1.xml" Id="Rb063fc165f4e40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63fc165f4e40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238059d464265" /><Relationship Type="http://schemas.openxmlformats.org/officeDocument/2006/relationships/notesSlide" Target="/ppt/notesSlides/notesSlide1.xml" Id="Ra35b090d86ba41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3E2CEBD6-8A8A-445E-B41B-2F07345E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timing changes the correct target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BD82295D-8A02-4FE6-A700-95AB78B0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619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The same refresh supports opposite-gold instructions.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BE604EE5-3DB2-4ABF-AB8F-D36D8600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4A0A74AB-0564-4C2F-AF67-9EE878A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6932D6FA-47EB-481A-8B0A-E141F56A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63946DAF-F47E-414D-A38E-8CD8BE56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D987961F-2F7C-4753-B5B8-05D2DF78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5969AD9F-8117-45DA-AB8B-130FC903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04DB798B-624B-4C5D-B05F-4D2822DA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03F6E65D-0EED-4181-B67D-5476C66D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21835801-C94B-4F77-9490-52E8AA85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1C44E0ED-DD81-43EE-8C8F-47C41B34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4A121E91-D5AF-467B-88EE-97F35E35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38CCC6D1-6FD6-432C-8732-C7691FBC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BE905021-6653-47B7-B157-4A14B40C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4B022CE8-A915-4720-A689-6E684129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21B94A4D-A34E-4F82-8A65-BC6B806B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E45E052E-65A5-4567-B6B8-AFEA371E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3DA5EF00-F9F1-4E36-8297-01286177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0195812F-F605-4D62-B9C4-684CF592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B5AF09A8-C4DD-4F97-9756-B1042CB2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84FE005F-E495-4BA0-A343-703E370F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B8800833-1DC7-4AC6-8892-29E04735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C45F3CDA-D64E-4A34-BA7F-CA3C0685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D6675D06-39E6-4318-9A18-3EF62331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DADA8E71-C93D-4FC8-8D58-A99ED839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2A4514A3-E77F-4778-8DAC-14905E06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9D2F3F89-3FE9-40D8-A91E-915B36BD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B7E6FB15-9205-4C41-A35A-7B7F4ACD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C42438CB-2B4E-4DAF-940A-A8019F7F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8BBFD5FD-5F57-4F66-B050-856072CF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08A794FF-96A9-4C02-AF35-F9C9EDF4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1B4FDFA8-81F0-4DCC-9EA6-06D66F6B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049C6171-1F42-44BD-9BF6-D07D1E12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E728AB02-096F-4792-A945-BA4A5088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238985C2-F292-46F2-A7EC-157B3D22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E4D8585F-A3AA-44ED-929C-A7FCD7AA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D9663922-13D2-4473-8259-772F9FBD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3FB9290D-8A18-4EF5-BBF2-5E5A7E80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F044573D-5498-4880-A061-FD62F507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8FE3DBBD-4A2E-4DBB-9E46-73FFC0B9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9839B315-50A6-46C7-85D8-C13AFC57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E7AF3874-13E3-4DF0-8A4A-B7F57D6C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D6597B42-8175-49DD-AAAA-6028CE61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08189058-4F0F-4248-95BB-FC124D0B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7CDBB4DD-C769-4821-BCB1-14B9ADBA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549E8D05-491C-4719-8323-A619E1BB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A606B17E-702B-462F-BBCE-17AD76B6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EAC0DC20-952B-4F33-A6B8-D1E10F5F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8A2F6EF7-FBD6-4712-87B7-AE823B37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54E838F9-FDA8-41F6-94CA-7DE91523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0A2C2CFB-EDC4-452A-AB13-9ABA71E4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E7FEF385-8530-4F04-A1EF-9F07BC3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45C91D60-8A14-4C6B-85B4-4550829D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1C432719-8E90-47E9-BAC5-5A32C2B6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90004D00-5246-4337-ADBB-6174329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4BB9BE27-856E-45BD-90B6-3A6795A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DFE63303-2283-46D7-ABEE-9C0CA5E5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C92DA30E-268F-496F-979B-F63AEE3D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765C0A6B-B290-41E3-B975-1FD6A499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84A831A4-7EBD-41B6-8EA5-7C2162D0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F1E2BC46-9FE1-48E7-96B2-79D3E63B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BC5C543A-888C-42C5-8966-F04332EB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control-frame-shadow">
            <a:extLst xmlns:a="http://schemas.openxmlformats.org/drawingml/2006/main">
              <a:ext uri="{FF2B5EF4-FFF2-40B4-BE49-F238E27FC236}">
                <a16:creationId xmlns:a16="http://schemas.microsoft.com/office/drawing/2014/main" id="{EFC274AA-E28B-4D94-AA3C-35E6AC09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952500"/>
            <a:ext cx="7086600" cy="3390900"/>
          </a:xfrm>
          <a:prstGeom xmlns:a="http://schemas.openxmlformats.org/drawingml/2006/main" prst="roundRect">
            <a:avLst>
              <a:gd name="adj" fmla="val 7303"/>
            </a:avLst>
          </a:prstGeom>
          <a:solidFill xmlns:a="http://schemas.openxmlformats.org/drawingml/2006/main">
            <a:srgbClr val="DFF1F0"/>
          </a:solidFill>
          <a:ln xmlns:a="http://schemas.openxmlformats.org/drawingml/2006/main" w="19050">
            <a:solidFill>
              <a:srgbClr val="DFF1F0"/>
            </a:solidFill>
            <a:prstDash val="solid"/>
          </a:ln>
        </p:spPr>
      </p:sp>
      <p:sp>
        <p:nvSpPr>
          <p:cNvPr id="65" name="control-frame">
            <a:extLst xmlns:a="http://schemas.openxmlformats.org/drawingml/2006/main">
              <a:ext uri="{FF2B5EF4-FFF2-40B4-BE49-F238E27FC236}">
                <a16:creationId xmlns:a16="http://schemas.microsoft.com/office/drawing/2014/main" id="{6416E001-CEEC-43FD-91AC-0743A202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838200"/>
            <a:ext cx="7086600" cy="3390900"/>
          </a:xfrm>
          <a:prstGeom xmlns:a="http://schemas.openxmlformats.org/drawingml/2006/main" prst="roundRect">
            <a:avLst>
              <a:gd name="adj" fmla="val 7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6" name="memory-box">
            <a:extLst xmlns:a="http://schemas.openxmlformats.org/drawingml/2006/main">
              <a:ext uri="{FF2B5EF4-FFF2-40B4-BE49-F238E27FC236}">
                <a16:creationId xmlns:a16="http://schemas.microsoft.com/office/drawing/2014/main" id="{08209E3E-DA97-4238-969C-197B5530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7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2EF2CABA-4A20-452C-82CD-D9C89762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8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11A3F0B8-A839-478B-B69C-3C860CD9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9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4C3C61AB-39D0-4FF8-8F6E-BA0D2087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0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7D7B61E1-BD1C-45D6-B5D4-A3475496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1" name="control-state-title">
            <a:extLst xmlns:a="http://schemas.openxmlformats.org/drawingml/2006/main">
              <a:ext uri="{FF2B5EF4-FFF2-40B4-BE49-F238E27FC236}">
                <a16:creationId xmlns:a16="http://schemas.microsoft.com/office/drawing/2014/main" id="{624B9C62-1C4B-417B-88EA-9CC90D28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175260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REFERENTIAL CONTROL STATE</a:t>
            </a:r>
          </a:p>
        </p:txBody>
      </p:sp>
      <p:sp>
        <p:nvSpPr>
          <p:cNvPr id="72" name="control-state-divider">
            <a:extLst xmlns:a="http://schemas.openxmlformats.org/drawingml/2006/main">
              <a:ext uri="{FF2B5EF4-FFF2-40B4-BE49-F238E27FC236}">
                <a16:creationId xmlns:a16="http://schemas.microsoft.com/office/drawing/2014/main" id="{23D92802-D1CE-4BF8-9A71-EDCE4580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2057400"/>
            <a:ext cx="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ED"/>
            </a:solidFill>
            <a:prstDash val="solid"/>
          </a:ln>
        </p:spPr>
      </p:sp>
      <p:sp>
        <p:nvSpPr>
          <p:cNvPr id="73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0E283F15-57F6-4A3C-972B-2282B2A1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038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74" name="preserve-it">
            <a:extLst xmlns:a="http://schemas.openxmlformats.org/drawingml/2006/main">
              <a:ext uri="{FF2B5EF4-FFF2-40B4-BE49-F238E27FC236}">
                <a16:creationId xmlns:a16="http://schemas.microsoft.com/office/drawing/2014/main" id="{87CD5BB6-9E2B-4C78-99A8-1D3B4ADA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5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80FF9B55-1D5E-4B18-BCD5-B14A12AF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4669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6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0FE136C8-EE5B-4544-8ADA-E22B3D79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590800"/>
            <a:ext cx="5905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5175FD20-1E07-460E-9DA3-4435D45C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2630" y="2409825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F4ED577B-763D-4039-BB37-0592F601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9768" y="2598420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79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A3D9749A-97E7-423A-9014-794F5796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073" y="267557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2706F75A-6239-43E7-AFC1-19134796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9790" y="2735580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E9140647-7A73-4652-A084-A59C2F90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2590800"/>
            <a:ext cx="4095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299461F1-F9B6-4E0F-AEDD-96B0CEAF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447925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3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6D3940E1-256F-411F-AE1F-711934F8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457450"/>
            <a:ext cx="504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FD2DBBDA-07C3-444F-A01C-0067BA9E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0384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85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03A62B66-B2BE-4D27-85A2-9008A246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467100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6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607ED4F9-A463-45E8-A96F-8AE8A8AB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2038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7" name="reevaluate-unresolved-it">
            <a:extLst xmlns:a="http://schemas.openxmlformats.org/drawingml/2006/main">
              <a:ext uri="{FF2B5EF4-FFF2-40B4-BE49-F238E27FC236}">
                <a16:creationId xmlns:a16="http://schemas.microsoft.com/office/drawing/2014/main" id="{35B207BD-7A87-40F4-842A-2586C131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6275" y="21336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8" name="reevaluate-unresolved-line">
            <a:extLst xmlns:a="http://schemas.openxmlformats.org/drawingml/2006/main">
              <a:ext uri="{FF2B5EF4-FFF2-40B4-BE49-F238E27FC236}">
                <a16:creationId xmlns:a16="http://schemas.microsoft.com/office/drawing/2014/main" id="{6CFC7509-8EAC-49A4-92ED-538020E1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68225" y="2276475"/>
            <a:ext cx="600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4BA"/>
            </a:solidFill>
            <a:prstDash val="dash"/>
          </a:ln>
        </p:spPr>
      </p:sp>
      <p:sp>
        <p:nvSpPr>
          <p:cNvPr id="89" name="reevaluate-unresolved-arrow">
            <a:extLst xmlns:a="http://schemas.openxmlformats.org/drawingml/2006/main">
              <a:ext uri="{FF2B5EF4-FFF2-40B4-BE49-F238E27FC236}">
                <a16:creationId xmlns:a16="http://schemas.microsoft.com/office/drawing/2014/main" id="{E66EFB04-55A2-4B18-BB1F-D0346CAB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2575" y="221932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eevaluate-unresolved-q">
            <a:extLst xmlns:a="http://schemas.openxmlformats.org/drawingml/2006/main">
              <a:ext uri="{FF2B5EF4-FFF2-40B4-BE49-F238E27FC236}">
                <a16:creationId xmlns:a16="http://schemas.microsoft.com/office/drawing/2014/main" id="{9B78B0C2-CB9C-46DB-A4D1-3E10F42E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21336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91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3A12D41D-8559-4C51-B572-8213E393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2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59CC2BE5-F2AF-495E-A753-7DC459D6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5622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93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A846A071-2D68-4AF8-B99D-4A833066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9125" y="268605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017BDF99-E7D7-4E02-AC7D-7DF9AE50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20625" y="2604516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5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C8E33FC1-2E5A-4D97-84FE-5AA8F75B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20625" y="296113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6" name="reevaluate-hourglass-side-left">
            <a:extLst xmlns:a="http://schemas.openxmlformats.org/drawingml/2006/main">
              <a:ext uri="{FF2B5EF4-FFF2-40B4-BE49-F238E27FC236}">
                <a16:creationId xmlns:a16="http://schemas.microsoft.com/office/drawing/2014/main" id="{BF0C674A-4007-4C20-8374-B442DA96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68631" y="2645664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7" name="reevaluate-hourglass-side-right">
            <a:extLst xmlns:a="http://schemas.openxmlformats.org/drawingml/2006/main">
              <a:ext uri="{FF2B5EF4-FFF2-40B4-BE49-F238E27FC236}">
                <a16:creationId xmlns:a16="http://schemas.microsoft.com/office/drawing/2014/main" id="{9BCE5156-CBF7-48A1-B93B-C55EB440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668631" y="2645664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8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C382EB6F-6C33-4E3F-876E-DB79FBC5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0353" y="2659380"/>
            <a:ext cx="109728" cy="8915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57DC1888-4DAC-45EF-BE98-27E09AAF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723495" y="2837688"/>
            <a:ext cx="123444" cy="8229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reevaluate-hourglass-sand-neck">
            <a:extLst xmlns:a="http://schemas.openxmlformats.org/drawingml/2006/main">
              <a:ext uri="{FF2B5EF4-FFF2-40B4-BE49-F238E27FC236}">
                <a16:creationId xmlns:a16="http://schemas.microsoft.com/office/drawing/2014/main" id="{28C78DCC-EF3E-4639-BB4C-8CFC1F43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4643" y="2762250"/>
            <a:ext cx="41148" cy="41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522B9108-754B-45F6-8D18-A10D230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9725" y="2686050"/>
            <a:ext cx="4476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5DA38258-9FF9-46F5-A936-609FCB84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3125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103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26D69B3A-0F10-47BB-808F-7BF04DA1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3125" y="25622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4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9C449564-2332-4127-9EFD-1686063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0670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82"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105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DBE42F79-70B4-4B81-A7D5-12DEE900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467100"/>
            <a:ext cx="3276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106" name="bottom-rule">
            <a:extLst xmlns:a="http://schemas.openxmlformats.org/drawingml/2006/main">
              <a:ext uri="{FF2B5EF4-FFF2-40B4-BE49-F238E27FC236}">
                <a16:creationId xmlns:a16="http://schemas.microsoft.com/office/drawing/2014/main" id="{D4D278C5-B2A3-4775-97CF-821F23CD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7" name="matched-title">
            <a:extLst xmlns:a="http://schemas.openxmlformats.org/drawingml/2006/main">
              <a:ext uri="{FF2B5EF4-FFF2-40B4-BE49-F238E27FC236}">
                <a16:creationId xmlns:a16="http://schemas.microsoft.com/office/drawing/2014/main" id="{52CB2290-5A17-436B-B300-BB249590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46863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OPPOSITE-GOLD MATCHED PAIR</a:t>
            </a:r>
          </a:p>
        </p:txBody>
      </p:sp>
      <p:sp>
        <p:nvSpPr>
          <p:cNvPr id="108" name="matched-note">
            <a:extLst xmlns:a="http://schemas.openxmlformats.org/drawingml/2006/main">
              <a:ext uri="{FF2B5EF4-FFF2-40B4-BE49-F238E27FC236}">
                <a16:creationId xmlns:a16="http://schemas.microsoft.com/office/drawing/2014/main" id="{EE689A91-7FA7-46AA-970E-778DA2D7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4695825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same states  ·  same selector  ·  only timing changes</a:t>
            </a:r>
          </a:p>
        </p:txBody>
      </p:sp>
      <p:sp>
        <p:nvSpPr>
          <p:cNvPr id="109" name="guide-instruction">
            <a:extLst xmlns:a="http://schemas.openxmlformats.org/drawingml/2006/main">
              <a:ext uri="{FF2B5EF4-FFF2-40B4-BE49-F238E27FC236}">
                <a16:creationId xmlns:a16="http://schemas.microsoft.com/office/drawing/2014/main" id="{2BF9DA45-A5E0-4B3B-B3D4-A719CC0A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962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INSTRUCTION</a:t>
            </a:r>
          </a:p>
        </p:txBody>
      </p:sp>
      <p:sp>
        <p:nvSpPr>
          <p:cNvPr id="110" name="guide-target">
            <a:extLst xmlns:a="http://schemas.openxmlformats.org/drawingml/2006/main">
              <a:ext uri="{FF2B5EF4-FFF2-40B4-BE49-F238E27FC236}">
                <a16:creationId xmlns:a16="http://schemas.microsoft.com/office/drawing/2014/main" id="{12755BC2-402C-4F08-AAF2-77717E2A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9625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11" name="guide-failure">
            <a:extLst xmlns:a="http://schemas.openxmlformats.org/drawingml/2006/main">
              <a:ext uri="{FF2B5EF4-FFF2-40B4-BE49-F238E27FC236}">
                <a16:creationId xmlns:a16="http://schemas.microsoft.com/office/drawing/2014/main" id="{75B85C9E-10CA-488F-A0D5-9AC615AC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962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COMPLEMENTARY FAILURE</a:t>
            </a:r>
          </a:p>
        </p:txBody>
      </p:sp>
      <p:sp>
        <p:nvSpPr>
          <p:cNvPr id="112" name="row-1-accent">
            <a:extLst xmlns:a="http://schemas.openxmlformats.org/drawingml/2006/main">
              <a:ext uri="{FF2B5EF4-FFF2-40B4-BE49-F238E27FC236}">
                <a16:creationId xmlns:a16="http://schemas.microsoft.com/office/drawing/2014/main" id="{D83D6B5E-AD97-4A2C-A8BD-F8B39F8E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219700"/>
            <a:ext cx="666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row-1-index">
            <a:extLst xmlns:a="http://schemas.openxmlformats.org/drawingml/2006/main">
              <a:ext uri="{FF2B5EF4-FFF2-40B4-BE49-F238E27FC236}">
                <a16:creationId xmlns:a16="http://schemas.microsoft.com/office/drawing/2014/main" id="{5177FBB1-2976-480A-B894-B44D8139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52673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4" name="row-1-text">
            <a:extLst xmlns:a="http://schemas.openxmlformats.org/drawingml/2006/main">
              <a:ext uri="{FF2B5EF4-FFF2-40B4-BE49-F238E27FC236}">
                <a16:creationId xmlns:a16="http://schemas.microsoft.com/office/drawing/2014/main" id="{C95EA4DB-6757-435D-ADC1-F086BED1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5219700"/>
            <a:ext cx="544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5" name="row-1-to-target">
            <a:extLst xmlns:a="http://schemas.openxmlformats.org/drawingml/2006/main">
              <a:ext uri="{FF2B5EF4-FFF2-40B4-BE49-F238E27FC236}">
                <a16:creationId xmlns:a16="http://schemas.microsoft.com/office/drawing/2014/main" id="{F74042AC-2835-4E68-968E-FD04771E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5467350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A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E98B685F-7334-4B0F-BA33-50DFA99A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2959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17" name="row-1-target-rule">
            <a:extLst xmlns:a="http://schemas.openxmlformats.org/drawingml/2006/main">
              <a:ext uri="{FF2B5EF4-FFF2-40B4-BE49-F238E27FC236}">
                <a16:creationId xmlns:a16="http://schemas.microsoft.com/office/drawing/2014/main" id="{A4CC6243-03FB-4AE2-B8EC-06A70A8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72425" y="5800725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4E4A"/>
            </a:solidFill>
            <a:prstDash val="solid"/>
          </a:ln>
        </p:spPr>
      </p:sp>
      <p:sp>
        <p:nvSpPr>
          <p:cNvPr id="118" name="failure-1-from">
            <a:extLst xmlns:a="http://schemas.openxmlformats.org/drawingml/2006/main">
              <a:ext uri="{FF2B5EF4-FFF2-40B4-BE49-F238E27FC236}">
                <a16:creationId xmlns:a16="http://schemas.microsoft.com/office/drawing/2014/main" id="{72B34C3C-8EDD-4792-8560-947FD613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305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19" name="failure-1-from-label">
            <a:extLst xmlns:a="http://schemas.openxmlformats.org/drawingml/2006/main">
              <a:ext uri="{FF2B5EF4-FFF2-40B4-BE49-F238E27FC236}">
                <a16:creationId xmlns:a16="http://schemas.microsoft.com/office/drawing/2014/main" id="{0EC7E9A8-B4A1-4183-8AFC-791C0715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3244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0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D6BA802C-8236-4C74-B087-31E3C05E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5438775"/>
            <a:ext cx="5429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failure-1-to">
            <a:extLst xmlns:a="http://schemas.openxmlformats.org/drawingml/2006/main">
              <a:ext uri="{FF2B5EF4-FFF2-40B4-BE49-F238E27FC236}">
                <a16:creationId xmlns:a16="http://schemas.microsoft.com/office/drawing/2014/main" id="{D4FD20F2-A070-4282-B98E-1A8F1AC9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5305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2" name="failure-1-to-label">
            <a:extLst xmlns:a="http://schemas.openxmlformats.org/drawingml/2006/main">
              <a:ext uri="{FF2B5EF4-FFF2-40B4-BE49-F238E27FC236}">
                <a16:creationId xmlns:a16="http://schemas.microsoft.com/office/drawing/2014/main" id="{A22D9DFA-0FAA-410D-8010-E34A2583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53244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3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7762C43B-8910-4853-AF1E-D8919B8E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5334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 re-resolution</a:t>
            </a:r>
          </a:p>
        </p:txBody>
      </p:sp>
      <p:sp>
        <p:nvSpPr>
          <p:cNvPr id="124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CF374611-B08D-4A52-89EC-8F339DDC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48375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DE8ED"/>
            </a:solidFill>
            <a:prstDash val="solid"/>
          </a:ln>
        </p:spPr>
      </p:sp>
      <p:sp>
        <p:nvSpPr>
          <p:cNvPr id="125" name="row-2-accent">
            <a:extLst xmlns:a="http://schemas.openxmlformats.org/drawingml/2006/main">
              <a:ext uri="{FF2B5EF4-FFF2-40B4-BE49-F238E27FC236}">
                <a16:creationId xmlns:a16="http://schemas.microsoft.com/office/drawing/2014/main" id="{39EB640D-FCD9-4926-805F-25AFD1D9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62675"/>
            <a:ext cx="666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row-2-index">
            <a:extLst xmlns:a="http://schemas.openxmlformats.org/drawingml/2006/main">
              <a:ext uri="{FF2B5EF4-FFF2-40B4-BE49-F238E27FC236}">
                <a16:creationId xmlns:a16="http://schemas.microsoft.com/office/drawing/2014/main" id="{D4D77829-E93C-4441-BDB3-6E8D5D36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62103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27" name="row-2-text">
            <a:extLst xmlns:a="http://schemas.openxmlformats.org/drawingml/2006/main">
              <a:ext uri="{FF2B5EF4-FFF2-40B4-BE49-F238E27FC236}">
                <a16:creationId xmlns:a16="http://schemas.microsoft.com/office/drawing/2014/main" id="{F1956C15-476B-4361-89E0-D74E39A5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6162675"/>
            <a:ext cx="544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465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28" name="row-2-to-target">
            <a:extLst xmlns:a="http://schemas.openxmlformats.org/drawingml/2006/main">
              <a:ext uri="{FF2B5EF4-FFF2-40B4-BE49-F238E27FC236}">
                <a16:creationId xmlns:a16="http://schemas.microsoft.com/office/drawing/2014/main" id="{47075A5F-69F0-41CB-BE66-5054FB9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641032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A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E1EB91B4-4A35-4128-9D88-4863C4D1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62388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30" name="row-2-target-rule">
            <a:extLst xmlns:a="http://schemas.openxmlformats.org/drawingml/2006/main">
              <a:ext uri="{FF2B5EF4-FFF2-40B4-BE49-F238E27FC236}">
                <a16:creationId xmlns:a16="http://schemas.microsoft.com/office/drawing/2014/main" id="{02FECC39-7196-4978-8777-563A8738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72425" y="674370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8681"/>
            </a:solidFill>
            <a:prstDash val="solid"/>
          </a:ln>
        </p:spPr>
      </p:sp>
      <p:sp>
        <p:nvSpPr>
          <p:cNvPr id="131" name="failure-2-from">
            <a:extLst xmlns:a="http://schemas.openxmlformats.org/drawingml/2006/main">
              <a:ext uri="{FF2B5EF4-FFF2-40B4-BE49-F238E27FC236}">
                <a16:creationId xmlns:a16="http://schemas.microsoft.com/office/drawing/2014/main" id="{8A8A45D6-8190-42A5-A8DD-9B98FBA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248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2" name="failure-2-from-label">
            <a:extLst xmlns:a="http://schemas.openxmlformats.org/drawingml/2006/main">
              <a:ext uri="{FF2B5EF4-FFF2-40B4-BE49-F238E27FC236}">
                <a16:creationId xmlns:a16="http://schemas.microsoft.com/office/drawing/2014/main" id="{65693F74-D1B9-4207-9DEE-351A4391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2674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3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EBB43323-2451-475C-A57D-CE381454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381750"/>
            <a:ext cx="5429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failure-2-to">
            <a:extLst xmlns:a="http://schemas.openxmlformats.org/drawingml/2006/main">
              <a:ext uri="{FF2B5EF4-FFF2-40B4-BE49-F238E27FC236}">
                <a16:creationId xmlns:a16="http://schemas.microsoft.com/office/drawing/2014/main" id="{5332D4BD-35A6-4BB3-98CF-E9FD3D84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6248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5" name="failure-2-to-label">
            <a:extLst xmlns:a="http://schemas.openxmlformats.org/drawingml/2006/main">
              <a:ext uri="{FF2B5EF4-FFF2-40B4-BE49-F238E27FC236}">
                <a16:creationId xmlns:a16="http://schemas.microsoft.com/office/drawing/2014/main" id="{BD4FC073-10B6-4639-A78B-78EED313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62674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2F0925A1-96CF-4E8D-BD14-473BD4D5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62769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 early lock</a:t>
            </a:r>
          </a:p>
        </p:txBody>
      </p:sp>
      <p:sp>
        <p:nvSpPr>
          <p:cNvPr id="137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F1B2B9A3-3986-44B9-8C9E-2D6E46A1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54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2026-07-28T08:46:36.1020000Z</dcterms:created>
  <dcterms:modified xsi:type="dcterms:W3CDTF">2026-07-28T08:46:36.1020000Z</dcterms:modified>
</coreProperties>
</file>