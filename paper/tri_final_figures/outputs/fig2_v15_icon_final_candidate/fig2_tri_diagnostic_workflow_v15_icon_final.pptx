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c1dda8e7c145df" /><Relationship Type="http://schemas.openxmlformats.org/officeDocument/2006/relationships/extended-properties" Target="/docProps/app.xml" Id="R5945ded5face4a37" /><Relationship Type="http://schemas.openxmlformats.org/officeDocument/2006/relationships/officeDocument" Target="/ppt/presentation.xml" Id="Re9a90fc191044b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65609f2e7b4aba"/>
  </p:sldMasterIdLst>
  <p:notesMasterIdLst>
    <p:notesMasterId xmlns:r="http://schemas.openxmlformats.org/officeDocument/2006/relationships" r:id="Ra339cf4ff6cb447a"/>
  </p:notesMasterIdLst>
  <p:sldIdLst>
    <p:sldId xmlns:r="http://schemas.openxmlformats.org/officeDocument/2006/relationships" id="256" r:id="R8a64b8eca4b34285"/>
  </p:sldIdLst>
  <p:sldSz cx="12192000" cy="333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0a7fc2507e4d17" /><Relationship Type="http://schemas.openxmlformats.org/officeDocument/2006/relationships/slideMaster" Target="/ppt/slideMasters/slideMaster1.xml" Id="Rb465609f2e7b4aba" /><Relationship Type="http://schemas.openxmlformats.org/officeDocument/2006/relationships/notesMaster" Target="/ppt/notesMasters/notesMaster1.xml" Id="Ra339cf4ff6cb447a" /><Relationship Type="http://schemas.openxmlformats.org/officeDocument/2006/relationships/presProps" Target="/ppt/presProps.xml" Id="R8a30950a08f5455c" /><Relationship Type="http://schemas.openxmlformats.org/officeDocument/2006/relationships/tableStyles" Target="/ppt/tableStyles.xml" Id="R9910996072a04017" /><Relationship Type="http://schemas.openxmlformats.org/officeDocument/2006/relationships/slide" Target="/ppt/slides/slide1.xml" Id="R8a64b8eca4b3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41f37d64f7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ed97094fa24810" /><Relationship Type="http://schemas.openxmlformats.org/officeDocument/2006/relationships/notesMaster" Target="/ppt/notesMasters/notesMaster1.xml" Id="R3d6a9fe27ad8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Anonymous TRI manuscript: matched-pair construction, strict estimands, withheld fields, and execution trace.</a:t>
            </a:r>
          </a:p>
          <a:p xmlns:a="http://schemas.openxmlformats.org/drawingml/2006/main">
            <a:r>
              <a:t>- User-provided strong-paper examples: composition references only; no scientific content copied.</a:t>
            </a:r>
          </a:p>
          <a:p xmlns:a="http://schemas.openxmlformats.org/drawingml/2006/main">
            <a:r>
              <a:t>- Lucide Icons (ISC License): Layers3, TimerReset, LockKeyhole, RefreshCcw, DatabaseBackup, ScanSearch, EyeOff, BadgeCheck, Route, DatabaseZap, SquarePen,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3cd5f2c0f4b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3e87821724cb9" /><Relationship Type="http://schemas.openxmlformats.org/officeDocument/2006/relationships/slideLayout" Target="/ppt/slideLayouts/slideLayout1.xml" Id="R213fc07d16464c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3fc07d16464c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ead61cc374b8c" /><Relationship Type="http://schemas.openxmlformats.org/officeDocument/2006/relationships/image" Target="/ppt/media/image.png" Id="Reff605caa07a4a47" /><Relationship Type="http://schemas.openxmlformats.org/officeDocument/2006/relationships/image" Target="/ppt/media/image.svg" Id="R97981de068a64506" /><Relationship Type="http://schemas.openxmlformats.org/officeDocument/2006/relationships/image" Target="/ppt/media/image2.png" Id="Ra2eef8bf49744f07" /><Relationship Type="http://schemas.openxmlformats.org/officeDocument/2006/relationships/image" Target="/ppt/media/image2.svg" Id="R5a17a68543254c08" /><Relationship Type="http://schemas.openxmlformats.org/officeDocument/2006/relationships/image" Target="/ppt/media/image3.png" Id="Ra1b63d9bd50b4aaa" /><Relationship Type="http://schemas.openxmlformats.org/officeDocument/2006/relationships/image" Target="/ppt/media/image3.svg" Id="R74931d4e6f06463c" /><Relationship Type="http://schemas.openxmlformats.org/officeDocument/2006/relationships/image" Target="/ppt/media/image4.png" Id="Rdc883908c2a341ac" /><Relationship Type="http://schemas.openxmlformats.org/officeDocument/2006/relationships/image" Target="/ppt/media/image4.svg" Id="R3c786d436d0b4720" /><Relationship Type="http://schemas.openxmlformats.org/officeDocument/2006/relationships/image" Target="/ppt/media/image5.png" Id="Rd767cece8dce4e5c" /><Relationship Type="http://schemas.openxmlformats.org/officeDocument/2006/relationships/image" Target="/ppt/media/image5.svg" Id="R1ecd8c20953b46fb" /><Relationship Type="http://schemas.openxmlformats.org/officeDocument/2006/relationships/image" Target="/ppt/media/image6.png" Id="R1c730ec08fcf426a" /><Relationship Type="http://schemas.openxmlformats.org/officeDocument/2006/relationships/image" Target="/ppt/media/image6.svg" Id="R56342cc5f5774cbb" /><Relationship Type="http://schemas.openxmlformats.org/officeDocument/2006/relationships/image" Target="/ppt/media/image7.png" Id="Rdadee9b43fee4382" /><Relationship Type="http://schemas.openxmlformats.org/officeDocument/2006/relationships/image" Target="/ppt/media/image7.svg" Id="Rde55cf9ea87e4862" /><Relationship Type="http://schemas.openxmlformats.org/officeDocument/2006/relationships/image" Target="/ppt/media/image8.png" Id="R0d1006f955ca4879" /><Relationship Type="http://schemas.openxmlformats.org/officeDocument/2006/relationships/image" Target="/ppt/media/image8.svg" Id="R7cc4e5982b734560" /><Relationship Type="http://schemas.openxmlformats.org/officeDocument/2006/relationships/image" Target="/ppt/media/image9.png" Id="R25ef8e4eaaa34da5" /><Relationship Type="http://schemas.openxmlformats.org/officeDocument/2006/relationships/image" Target="/ppt/media/image9.svg" Id="R270e1ac4ac664593" /><Relationship Type="http://schemas.openxmlformats.org/officeDocument/2006/relationships/image" Target="/ppt/media/image10.png" Id="Rb3db5efba4f4435e" /><Relationship Type="http://schemas.openxmlformats.org/officeDocument/2006/relationships/image" Target="/ppt/media/image10.svg" Id="R6716e96f2d2d4b65" /><Relationship Type="http://schemas.openxmlformats.org/officeDocument/2006/relationships/image" Target="/ppt/media/image11.png" Id="Rfe5ad9bd04bb421f" /><Relationship Type="http://schemas.openxmlformats.org/officeDocument/2006/relationships/image" Target="/ppt/media/image11.svg" Id="Rdaeb4a7672bf49f5" /><Relationship Type="http://schemas.openxmlformats.org/officeDocument/2006/relationships/image" Target="/ppt/media/image12.png" Id="Re096ac03ea2b4ead" /><Relationship Type="http://schemas.openxmlformats.org/officeDocument/2006/relationships/image" Target="/ppt/media/image12.svg" Id="R1f2fe4cf39c749e6" /><Relationship Type="http://schemas.openxmlformats.org/officeDocument/2006/relationships/image" Target="/ppt/media/image13.png" Id="Rf55a255d44644f7d" /><Relationship Type="http://schemas.openxmlformats.org/officeDocument/2006/relationships/image" Target="/ppt/media/image13.svg" Id="Rc281dfccedba428a" /><Relationship Type="http://schemas.openxmlformats.org/officeDocument/2006/relationships/notesSlide" Target="/ppt/notesSlides/notesSlide1.xml" Id="R4a8251616cc748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phase-A">
            <a:extLst xmlns:a="http://schemas.openxmlformats.org/drawingml/2006/main">
              <a:ext uri="{FF2B5EF4-FFF2-40B4-BE49-F238E27FC236}">
                <a16:creationId xmlns:a16="http://schemas.microsoft.com/office/drawing/2014/main" id="{625D1A16-5322-4F97-B701-A6DEB1D5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" name="phase-A-title">
            <a:extLst xmlns:a="http://schemas.openxmlformats.org/drawingml/2006/main">
              <a:ext uri="{FF2B5EF4-FFF2-40B4-BE49-F238E27FC236}">
                <a16:creationId xmlns:a16="http://schemas.microsoft.com/office/drawing/2014/main" id="{6C512AA4-351F-446D-AE33-CE0AAC6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6200"/>
            <a:ext cx="576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Construct the matched pair</a:t>
            </a:r>
          </a:p>
        </p:txBody>
      </p:sp>
      <p:sp>
        <p:nvSpPr>
          <p:cNvPr id="3" name="phase-B">
            <a:extLst xmlns:a="http://schemas.openxmlformats.org/drawingml/2006/main">
              <a:ext uri="{FF2B5EF4-FFF2-40B4-BE49-F238E27FC236}">
                <a16:creationId xmlns:a16="http://schemas.microsoft.com/office/drawing/2014/main" id="{E8DD5B23-A736-4E61-B6EB-BB08635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15240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" name="phase-B-title">
            <a:extLst xmlns:a="http://schemas.openxmlformats.org/drawingml/2006/main">
              <a:ext uri="{FF2B5EF4-FFF2-40B4-BE49-F238E27FC236}">
                <a16:creationId xmlns:a16="http://schemas.microsoft.com/office/drawing/2014/main" id="{06A034D4-6DBD-4C3F-8245-B87B4A33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62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Run the pair</a:t>
            </a:r>
          </a:p>
        </p:txBody>
      </p:sp>
      <p:sp>
        <p:nvSpPr>
          <p:cNvPr id="5" name="phase-C">
            <a:extLst xmlns:a="http://schemas.openxmlformats.org/drawingml/2006/main">
              <a:ext uri="{FF2B5EF4-FFF2-40B4-BE49-F238E27FC236}">
                <a16:creationId xmlns:a16="http://schemas.microsoft.com/office/drawing/2014/main" id="{9DA27825-5E70-451C-8E49-EE32515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" name="phase-C-title">
            <a:extLst xmlns:a="http://schemas.openxmlformats.org/drawingml/2006/main">
              <a:ext uri="{FF2B5EF4-FFF2-40B4-BE49-F238E27FC236}">
                <a16:creationId xmlns:a16="http://schemas.microsoft.com/office/drawing/2014/main" id="{52385CFC-D36A-4EFB-BC63-1B36C2D8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6200"/>
            <a:ext cx="2676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Observable readouts</a:t>
            </a:r>
          </a:p>
        </p:txBody>
      </p:sp>
      <p:sp>
        <p:nvSpPr>
          <p:cNvPr id="7" name="pair-contract">
            <a:extLst xmlns:a="http://schemas.openxmlformats.org/drawingml/2006/main">
              <a:ext uri="{FF2B5EF4-FFF2-40B4-BE49-F238E27FC236}">
                <a16:creationId xmlns:a16="http://schemas.microsoft.com/office/drawing/2014/main" id="{AA099D71-EA34-4910-9CBD-AFFFC66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57200"/>
            <a:ext cx="609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8FA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605caa07a4a47">
            <a:extLst>
              <a:ext uri="{96DAC541-7B7A-43D3-8B79-37D633B846F1}">
                <asvg:svgBlip xmlns:asvg="http://schemas.microsoft.com/office/drawing/2016/SVG/main" r:embed="R97981de068a645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5275" y="514350"/>
            <a:ext cx="142875" cy="142875"/>
          </a:xfrm>
          <a:prstGeom xmlns:a="http://schemas.openxmlformats.org/drawingml/2006/main" prst="rect">
            <a:avLst/>
          </a:prstGeom>
        </p:spPr>
      </p:pic>
      <p:sp>
        <p:nvSpPr>
          <p:cNvPr id="9" name="fixed-label">
            <a:extLst xmlns:a="http://schemas.openxmlformats.org/drawingml/2006/main">
              <a:ext uri="{FF2B5EF4-FFF2-40B4-BE49-F238E27FC236}">
                <a16:creationId xmlns:a16="http://schemas.microsoft.com/office/drawing/2014/main" id="{BFDE686C-D29D-4FCC-AF9D-D9523D11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43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6899D"/>
                </a:solidFill>
              </a:defRPr>
            </a:pPr>
            <a:r>
              <a:rPr sz="675" b="1" i="0">
                <a:solidFill>
                  <a:srgbClr val="66899D"/>
                </a:solidFill>
              </a:rPr>
              <a:t>FIXED</a:t>
            </a:r>
          </a:p>
        </p:txBody>
      </p:sp>
      <p:sp>
        <p:nvSpPr>
          <p:cNvPr id="10" name="fixed-items">
            <a:extLst xmlns:a="http://schemas.openxmlformats.org/drawingml/2006/main">
              <a:ext uri="{FF2B5EF4-FFF2-40B4-BE49-F238E27FC236}">
                <a16:creationId xmlns:a16="http://schemas.microsoft.com/office/drawing/2014/main" id="{3E2D7324-2961-4153-BC90-294B2130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"/>
            <a:ext cx="3114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0343F"/>
                </a:solidFill>
              </a:defRPr>
            </a:pPr>
            <a:r>
              <a:rPr sz="900" b="1" i="0">
                <a:solidFill>
                  <a:srgbClr val="30343F"/>
                </a:solidFill>
              </a:rPr>
              <a:t>S0, S1, q, action, schema, controller interface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ef8bf49744f07">
            <a:extLst>
              <a:ext uri="{96DAC541-7B7A-43D3-8B79-37D633B846F1}">
                <asvg:svgBlip xmlns:asvg="http://schemas.microsoft.com/office/drawing/2016/SVG/main" r:embed="R5a17a68543254c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5275" y="771525"/>
            <a:ext cx="142875" cy="142875"/>
          </a:xfrm>
          <a:prstGeom xmlns:a="http://schemas.openxmlformats.org/drawingml/2006/main" prst="rect">
            <a:avLst/>
          </a:prstGeom>
        </p:spPr>
      </p:pic>
      <p:sp>
        <p:nvSpPr>
          <p:cNvPr id="12" name="change-label">
            <a:extLst xmlns:a="http://schemas.openxmlformats.org/drawingml/2006/main">
              <a:ext uri="{FF2B5EF4-FFF2-40B4-BE49-F238E27FC236}">
                <a16:creationId xmlns:a16="http://schemas.microsoft.com/office/drawing/2014/main" id="{9E18373E-1DA9-4122-A2EE-212058D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71525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2D7F7B"/>
                </a:solidFill>
              </a:defRPr>
            </a:pPr>
            <a:r>
              <a:rPr sz="675" b="1" i="0">
                <a:solidFill>
                  <a:srgbClr val="2D7F7B"/>
                </a:solidFill>
              </a:rPr>
              <a:t>ONLY CHANGE</a:t>
            </a:r>
          </a:p>
        </p:txBody>
      </p:sp>
      <p:sp>
        <p:nvSpPr>
          <p:cNvPr id="13" name="change-items">
            <a:extLst xmlns:a="http://schemas.openxmlformats.org/drawingml/2006/main">
              <a:ext uri="{FF2B5EF4-FFF2-40B4-BE49-F238E27FC236}">
                <a16:creationId xmlns:a16="http://schemas.microsoft.com/office/drawing/2014/main" id="{71D0D969-7CDB-4E48-B3C3-674C9E37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62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D7F7B"/>
                </a:solidFill>
              </a:defRPr>
            </a:pPr>
            <a:r>
              <a:rPr sz="1125" b="1" i="0">
                <a:solidFill>
                  <a:srgbClr val="2D7F7B"/>
                </a:solidFill>
              </a:rPr>
              <a:t>commitment timing</a:t>
            </a:r>
          </a:p>
        </p:txBody>
      </p:sp>
      <p:sp>
        <p:nvSpPr>
          <p:cNvPr id="14" name="transition">
            <a:extLst xmlns:a="http://schemas.openxmlformats.org/drawingml/2006/main">
              <a:ext uri="{FF2B5EF4-FFF2-40B4-BE49-F238E27FC236}">
                <a16:creationId xmlns:a16="http://schemas.microsoft.com/office/drawing/2014/main" id="{10C567CD-33C7-492A-8D26-26316920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239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0343F"/>
                </a:solidFill>
              </a:defRPr>
            </a:pPr>
            <a:r>
              <a:rPr sz="1125" b="1" i="0">
                <a:solidFill>
                  <a:srgbClr val="30343F"/>
                </a:solidFill>
              </a:rPr>
              <a:t>q(S0)=A  -&gt;  refresh  -&gt;  q(S1)=B</a:t>
            </a:r>
          </a:p>
        </p:txBody>
      </p:sp>
      <p:sp>
        <p:nvSpPr>
          <p:cNvPr id="15" name="valid-pill">
            <a:extLst xmlns:a="http://schemas.openxmlformats.org/drawingml/2006/main">
              <a:ext uri="{FF2B5EF4-FFF2-40B4-BE49-F238E27FC236}">
                <a16:creationId xmlns:a16="http://schemas.microsoft.com/office/drawing/2014/main" id="{D0AA1D88-CEC8-4F63-9EB3-E5731CFC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923925"/>
            <a:ext cx="2171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sp>
        <p:nvSpPr>
          <p:cNvPr id="16" name="valid-text">
            <a:extLst xmlns:a="http://schemas.openxmlformats.org/drawingml/2006/main">
              <a:ext uri="{FF2B5EF4-FFF2-40B4-BE49-F238E27FC236}">
                <a16:creationId xmlns:a16="http://schemas.microsoft.com/office/drawing/2014/main" id="{267849E6-B672-4D3C-9733-C2E5CE66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33450"/>
            <a:ext cx="2038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A remains present and action-valid in S1</a:t>
            </a:r>
          </a:p>
        </p:txBody>
      </p:sp>
      <p:sp>
        <p:nvSpPr>
          <p:cNvPr id="17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206FD166-A7AC-48F0-83F7-FC56B8D3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8585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8" name="pair-frame">
            <a:extLst xmlns:a="http://schemas.openxmlformats.org/drawingml/2006/main">
              <a:ext uri="{FF2B5EF4-FFF2-40B4-BE49-F238E27FC236}">
                <a16:creationId xmlns:a16="http://schemas.microsoft.com/office/drawing/2014/main" id="{BB4FB730-F072-4347-96A9-96C8833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219200"/>
            <a:ext cx="609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ir-stem">
            <a:extLst xmlns:a="http://schemas.openxmlformats.org/drawingml/2006/main">
              <a:ext uri="{FF2B5EF4-FFF2-40B4-BE49-F238E27FC236}">
                <a16:creationId xmlns:a16="http://schemas.microsoft.com/office/drawing/2014/main" id="{F43CBDE4-84E3-48A0-93D1-BD5FBA86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47825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20" name="pair-dot-p">
            <a:extLst xmlns:a="http://schemas.openxmlformats.org/drawingml/2006/main">
              <a:ext uri="{FF2B5EF4-FFF2-40B4-BE49-F238E27FC236}">
                <a16:creationId xmlns:a16="http://schemas.microsoft.com/office/drawing/2014/main" id="{6F2F3C3E-5374-44FC-B6CE-D50289EA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pair-dot-r">
            <a:extLst xmlns:a="http://schemas.openxmlformats.org/drawingml/2006/main">
              <a:ext uri="{FF2B5EF4-FFF2-40B4-BE49-F238E27FC236}">
                <a16:creationId xmlns:a16="http://schemas.microsoft.com/office/drawing/2014/main" id="{E862AA71-C994-427B-A733-CB4DD18A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14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pair-badge-text">
            <a:extLst xmlns:a="http://schemas.openxmlformats.org/drawingml/2006/main">
              <a:ext uri="{FF2B5EF4-FFF2-40B4-BE49-F238E27FC236}">
                <a16:creationId xmlns:a16="http://schemas.microsoft.com/office/drawing/2014/main" id="{2E89B3FB-6E9F-4D74-9A69-B083697D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8343A"/>
                </a:solidFill>
              </a:defRPr>
            </a:pPr>
            <a:r>
              <a:rPr sz="750" b="1" i="0">
                <a:solidFill>
                  <a:srgbClr val="28343A"/>
                </a:solidFill>
              </a:rPr>
              <a:t>PAIR</a:t>
            </a:r>
          </a:p>
        </p:txBody>
      </p:sp>
      <p:sp>
        <p:nvSpPr>
          <p:cNvPr id="23" name="refresh-tab-text">
            <a:extLst xmlns:a="http://schemas.openxmlformats.org/drawingml/2006/main">
              <a:ext uri="{FF2B5EF4-FFF2-40B4-BE49-F238E27FC236}">
                <a16:creationId xmlns:a16="http://schemas.microsoft.com/office/drawing/2014/main" id="{4461DA2F-7495-4CE3-AC8A-4C7084C4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1525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6899D"/>
                </a:solidFill>
              </a:defRPr>
            </a:pPr>
            <a:r>
              <a:rPr sz="750" b="1" i="0">
                <a:solidFill>
                  <a:srgbClr val="66899D"/>
                </a:solidFill>
              </a:rPr>
              <a:t>same refresh, replayed twice</a:t>
            </a:r>
          </a:p>
        </p:txBody>
      </p:sp>
      <p:sp>
        <p:nvSpPr>
          <p:cNvPr id="24" name="refresh-tab-left">
            <a:extLst xmlns:a="http://schemas.openxmlformats.org/drawingml/2006/main">
              <a:ext uri="{FF2B5EF4-FFF2-40B4-BE49-F238E27FC236}">
                <a16:creationId xmlns:a16="http://schemas.microsoft.com/office/drawing/2014/main" id="{537474C2-0240-45FF-97F6-277B3C81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09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25" name="refresh-tab-right">
            <a:extLst xmlns:a="http://schemas.openxmlformats.org/drawingml/2006/main">
              <a:ext uri="{FF2B5EF4-FFF2-40B4-BE49-F238E27FC236}">
                <a16:creationId xmlns:a16="http://schemas.microsoft.com/office/drawing/2014/main" id="{90165201-90C9-4FC7-A7EA-DA9593A7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09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26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33675190-D726-4C74-8301-3467FE79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5505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A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eserve-icon-bg">
            <a:extLst xmlns:a="http://schemas.openxmlformats.org/drawingml/2006/main">
              <a:ext uri="{FF2B5EF4-FFF2-40B4-BE49-F238E27FC236}">
                <a16:creationId xmlns:a16="http://schemas.microsoft.com/office/drawing/2014/main" id="{E7DE92D7-387A-429B-BA9A-201C0E93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4D49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63d9bd50b4aaa">
            <a:extLst>
              <a:ext uri="{96DAC541-7B7A-43D3-8B79-37D633B846F1}">
                <asvg:svgBlip xmlns:asvg="http://schemas.microsoft.com/office/drawing/2016/SVG/main" r:embed="R74931d4e6f0646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1525" y="14668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9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7001E0DE-52E1-4D89-8A6E-2A1161BF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001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4D49"/>
                </a:solidFill>
              </a:defRPr>
            </a:pPr>
            <a:r>
              <a:rPr sz="1200" b="1" i="0">
                <a:solidFill>
                  <a:srgbClr val="B94D49"/>
                </a:solidFill>
              </a:rPr>
              <a:t>Preserve</a:t>
            </a:r>
          </a:p>
        </p:txBody>
      </p:sp>
      <p:sp>
        <p:nvSpPr>
          <p:cNvPr id="30" name="preserve-rule">
            <a:extLst xmlns:a="http://schemas.openxmlformats.org/drawingml/2006/main">
              <a:ext uri="{FF2B5EF4-FFF2-40B4-BE49-F238E27FC236}">
                <a16:creationId xmlns:a16="http://schemas.microsoft.com/office/drawing/2014/main" id="{6E291A4D-6B52-4B8E-8FBB-008353DE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097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94D49"/>
                </a:solidFill>
              </a:defRPr>
            </a:pPr>
            <a:r>
              <a:rPr sz="900" b="1" i="0">
                <a:solidFill>
                  <a:srgbClr val="B94D49"/>
                </a:solidFill>
              </a:rPr>
              <a:t>bind A before refresh</a:t>
            </a:r>
          </a:p>
        </p:txBody>
      </p:sp>
      <p:sp>
        <p:nvSpPr>
          <p:cNvPr id="31" name="p-s0-state">
            <a:extLst xmlns:a="http://schemas.openxmlformats.org/drawingml/2006/main">
              <a:ext uri="{FF2B5EF4-FFF2-40B4-BE49-F238E27FC236}">
                <a16:creationId xmlns:a16="http://schemas.microsoft.com/office/drawing/2014/main" id="{18C3D679-193D-4DE7-8D37-157C0F99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76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32" name="p-s0-other-0">
            <a:extLst xmlns:a="http://schemas.openxmlformats.org/drawingml/2006/main">
              <a:ext uri="{FF2B5EF4-FFF2-40B4-BE49-F238E27FC236}">
                <a16:creationId xmlns:a16="http://schemas.microsoft.com/office/drawing/2014/main" id="{FCB3C9AC-3A58-433F-8945-E220703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3" name="p-s0-other-1">
            <a:extLst xmlns:a="http://schemas.openxmlformats.org/drawingml/2006/main">
              <a:ext uri="{FF2B5EF4-FFF2-40B4-BE49-F238E27FC236}">
                <a16:creationId xmlns:a16="http://schemas.microsoft.com/office/drawing/2014/main" id="{E35D6A0B-BF67-4DB0-A0F6-492E36A6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56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4" name="p-s0-other-2">
            <a:extLst xmlns:a="http://schemas.openxmlformats.org/drawingml/2006/main">
              <a:ext uri="{FF2B5EF4-FFF2-40B4-BE49-F238E27FC236}">
                <a16:creationId xmlns:a16="http://schemas.microsoft.com/office/drawing/2014/main" id="{B79B7C41-0013-4D8F-A44A-F16B74B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7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5" name="p-s0-other-3">
            <a:extLst xmlns:a="http://schemas.openxmlformats.org/drawingml/2006/main">
              <a:ext uri="{FF2B5EF4-FFF2-40B4-BE49-F238E27FC236}">
                <a16:creationId xmlns:a16="http://schemas.microsoft.com/office/drawing/2014/main" id="{6AFB8DD4-D8B2-4494-9C07-0B745726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6" name="p-s0-a">
            <a:extLst xmlns:a="http://schemas.openxmlformats.org/drawingml/2006/main">
              <a:ext uri="{FF2B5EF4-FFF2-40B4-BE49-F238E27FC236}">
                <a16:creationId xmlns:a16="http://schemas.microsoft.com/office/drawing/2014/main" id="{250B1C41-0A3F-44DC-8359-44295466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24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7" name="p-refresh-node">
            <a:extLst xmlns:a="http://schemas.openxmlformats.org/drawingml/2006/main">
              <a:ext uri="{FF2B5EF4-FFF2-40B4-BE49-F238E27FC236}">
                <a16:creationId xmlns:a16="http://schemas.microsoft.com/office/drawing/2014/main" id="{C18E041F-7547-4D7B-B166-A7BB187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6899D"/>
            </a:solidFill>
            <a:prstDash val="solid"/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83908c2a341ac">
            <a:extLst>
              <a:ext uri="{96DAC541-7B7A-43D3-8B79-37D633B846F1}">
                <asvg:svgBlip xmlns:asvg="http://schemas.microsoft.com/office/drawing/2016/SVG/main" r:embed="R3c786d436d0b47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81425" y="16478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9" name="p-s1-state">
            <a:extLst xmlns:a="http://schemas.openxmlformats.org/drawingml/2006/main">
              <a:ext uri="{FF2B5EF4-FFF2-40B4-BE49-F238E27FC236}">
                <a16:creationId xmlns:a16="http://schemas.microsoft.com/office/drawing/2014/main" id="{369E1AA0-1221-4C7B-9548-462B5BE8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76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40" name="p-s1-other-0">
            <a:extLst xmlns:a="http://schemas.openxmlformats.org/drawingml/2006/main">
              <a:ext uri="{FF2B5EF4-FFF2-40B4-BE49-F238E27FC236}">
                <a16:creationId xmlns:a16="http://schemas.microsoft.com/office/drawing/2014/main" id="{29B93962-4B44-4C10-9CFF-10327713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1" name="p-s1-other-1">
            <a:extLst xmlns:a="http://schemas.openxmlformats.org/drawingml/2006/main">
              <a:ext uri="{FF2B5EF4-FFF2-40B4-BE49-F238E27FC236}">
                <a16:creationId xmlns:a16="http://schemas.microsoft.com/office/drawing/2014/main" id="{17CC6522-CB96-4D13-8CE6-ED24F87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6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2" name="p-s1-other-2">
            <a:extLst xmlns:a="http://schemas.openxmlformats.org/drawingml/2006/main">
              <a:ext uri="{FF2B5EF4-FFF2-40B4-BE49-F238E27FC236}">
                <a16:creationId xmlns:a16="http://schemas.microsoft.com/office/drawing/2014/main" id="{4FC1CAE2-D031-43A5-BFA0-CC4CE6F3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7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3" name="p-s1-other-3">
            <a:extLst xmlns:a="http://schemas.openxmlformats.org/drawingml/2006/main">
              <a:ext uri="{FF2B5EF4-FFF2-40B4-BE49-F238E27FC236}">
                <a16:creationId xmlns:a16="http://schemas.microsoft.com/office/drawing/2014/main" id="{C30A7F46-F8F1-4AEB-8CDE-A6BE29BB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4" name="p-s1-a">
            <a:extLst xmlns:a="http://schemas.openxmlformats.org/drawingml/2006/main">
              <a:ext uri="{FF2B5EF4-FFF2-40B4-BE49-F238E27FC236}">
                <a16:creationId xmlns:a16="http://schemas.microsoft.com/office/drawing/2014/main" id="{C94956EC-F249-4E3B-B272-C12E1313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24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5" name="p-s1-b">
            <a:extLst xmlns:a="http://schemas.openxmlformats.org/drawingml/2006/main">
              <a:ext uri="{FF2B5EF4-FFF2-40B4-BE49-F238E27FC236}">
                <a16:creationId xmlns:a16="http://schemas.microsoft.com/office/drawing/2014/main" id="{F7BB1F04-CCC8-4170-BAA2-45B61670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52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6" name="p-target-circle">
            <a:extLst xmlns:a="http://schemas.openxmlformats.org/drawingml/2006/main">
              <a:ext uri="{FF2B5EF4-FFF2-40B4-BE49-F238E27FC236}">
                <a16:creationId xmlns:a16="http://schemas.microsoft.com/office/drawing/2014/main" id="{9F9C743D-E896-4694-8464-B9E1AF57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43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4D49"/>
                </a:solidFill>
              </a:defRPr>
            </a:pPr>
            <a:r>
              <a:rPr sz="1350" b="1">
                <a:solidFill>
                  <a:srgbClr val="B94D49"/>
                </a:solidFill>
              </a:rPr>
              <a:t>A</a:t>
            </a:r>
          </a:p>
        </p:txBody>
      </p:sp>
      <p:sp>
        <p:nvSpPr>
          <p:cNvPr id="47" name="p-target-h">
            <a:extLst xmlns:a="http://schemas.openxmlformats.org/drawingml/2006/main">
              <a:ext uri="{FF2B5EF4-FFF2-40B4-BE49-F238E27FC236}">
                <a16:creationId xmlns:a16="http://schemas.microsoft.com/office/drawing/2014/main" id="{94246B49-8AC4-4B80-9C41-9FE9D1B9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335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48" name="p-target-v">
            <a:extLst xmlns:a="http://schemas.openxmlformats.org/drawingml/2006/main">
              <a:ext uri="{FF2B5EF4-FFF2-40B4-BE49-F238E27FC236}">
                <a16:creationId xmlns:a16="http://schemas.microsoft.com/office/drawing/2014/main" id="{6FA25FCE-D178-48E1-866A-95214C75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95425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cxnSp>
        <p:nvCxnSpPr>
          <p:cNvPr id="211" name=""/>
          <p:cNvCxnSpPr>
            <a:stCxn xmlns:a="http://schemas.openxmlformats.org/drawingml/2006/main" id="31" idx="6"/>
            <a:endCxn xmlns:a="http://schemas.openxmlformats.org/drawingml/2006/main" id="37" idx="2"/>
          </p:cNvCxnSpPr>
          <p:nvPr/>
        </p:nvCxnSpPr>
        <p:spPr>
          <a:xfrm xmlns:a="http://schemas.openxmlformats.org/drawingml/2006/main">
            <a:off x="3048000" y="1743075"/>
            <a:ext cx="66675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2" name=""/>
          <p:cNvCxnSpPr>
            <a:stCxn xmlns:a="http://schemas.openxmlformats.org/drawingml/2006/main" id="37" idx="6"/>
            <a:endCxn xmlns:a="http://schemas.openxmlformats.org/drawingml/2006/main" id="39" idx="2"/>
          </p:cNvCxnSpPr>
          <p:nvPr/>
        </p:nvCxnSpPr>
        <p:spPr>
          <a:xfrm xmlns:a="http://schemas.openxmlformats.org/drawingml/2006/main">
            <a:off x="4038600" y="1743075"/>
            <a:ext cx="4191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3" name=""/>
          <p:cNvCxnSpPr>
            <a:stCxn xmlns:a="http://schemas.openxmlformats.org/drawingml/2006/main" id="39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>
            <a:off x="4991100" y="1743075"/>
            <a:ext cx="5334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2" name="p-s0-label">
            <a:extLst xmlns:a="http://schemas.openxmlformats.org/drawingml/2006/main">
              <a:ext uri="{FF2B5EF4-FFF2-40B4-BE49-F238E27FC236}">
                <a16:creationId xmlns:a16="http://schemas.microsoft.com/office/drawing/2014/main" id="{41524FA2-DFA2-40AE-8927-0F83389E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81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S0  q(S0)=A</a:t>
            </a:r>
          </a:p>
        </p:txBody>
      </p:sp>
      <p:sp>
        <p:nvSpPr>
          <p:cNvPr id="53" name="p-bound">
            <a:extLst xmlns:a="http://schemas.openxmlformats.org/drawingml/2006/main">
              <a:ext uri="{FF2B5EF4-FFF2-40B4-BE49-F238E27FC236}">
                <a16:creationId xmlns:a16="http://schemas.microsoft.com/office/drawing/2014/main" id="{D8D837F6-B645-4FFE-963D-AB2C5626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40017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94D49"/>
                </a:solidFill>
              </a:defRPr>
            </a:pPr>
            <a:r>
              <a:rPr sz="750" b="1" i="0">
                <a:solidFill>
                  <a:srgbClr val="B94D49"/>
                </a:solidFill>
              </a:rPr>
              <a:t>BOUND A</a:t>
            </a:r>
          </a:p>
        </p:txBody>
      </p:sp>
      <p:sp>
        <p:nvSpPr>
          <p:cNvPr id="54" name="p-s1-label">
            <a:extLst xmlns:a="http://schemas.openxmlformats.org/drawingml/2006/main">
              <a:ext uri="{FF2B5EF4-FFF2-40B4-BE49-F238E27FC236}">
                <a16:creationId xmlns:a16="http://schemas.microsoft.com/office/drawing/2014/main" id="{AC579291-5597-49C3-9624-257FE64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S1  q(S1)=B</a:t>
            </a:r>
          </a:p>
        </p:txBody>
      </p:sp>
      <p:sp>
        <p:nvSpPr>
          <p:cNvPr id="55" name="p-target-label">
            <a:extLst xmlns:a="http://schemas.openxmlformats.org/drawingml/2006/main">
              <a:ext uri="{FF2B5EF4-FFF2-40B4-BE49-F238E27FC236}">
                <a16:creationId xmlns:a16="http://schemas.microsoft.com/office/drawing/2014/main" id="{63290797-9372-4112-9FCA-51109899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981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94D49"/>
                </a:solidFill>
              </a:defRPr>
            </a:pPr>
            <a:r>
              <a:rPr sz="750" b="1" i="0">
                <a:solidFill>
                  <a:srgbClr val="B94D49"/>
                </a:solidFill>
              </a:rPr>
              <a:t>target A</a:t>
            </a:r>
          </a:p>
        </p:txBody>
      </p:sp>
      <p:sp>
        <p:nvSpPr>
          <p:cNvPr id="56" name="p-spark-dot-1">
            <a:extLst xmlns:a="http://schemas.openxmlformats.org/drawingml/2006/main">
              <a:ext uri="{FF2B5EF4-FFF2-40B4-BE49-F238E27FC236}">
                <a16:creationId xmlns:a16="http://schemas.microsoft.com/office/drawing/2014/main" id="{3CB262D1-8B11-4724-A286-CAC2B256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335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7" name="p-spark-dot-2">
            <a:extLst xmlns:a="http://schemas.openxmlformats.org/drawingml/2006/main">
              <a:ext uri="{FF2B5EF4-FFF2-40B4-BE49-F238E27FC236}">
                <a16:creationId xmlns:a16="http://schemas.microsoft.com/office/drawing/2014/main" id="{8692CF3D-9FC7-431C-9221-5AC03613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8" name="p-spark-dot-3">
            <a:extLst xmlns:a="http://schemas.openxmlformats.org/drawingml/2006/main">
              <a:ext uri="{FF2B5EF4-FFF2-40B4-BE49-F238E27FC236}">
                <a16:creationId xmlns:a16="http://schemas.microsoft.com/office/drawing/2014/main" id="{B285914B-2EAB-4E90-9B50-460986FD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4382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9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36170A93-8120-49AA-A66D-CA6183AD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eevaluate-icon-bg">
            <a:extLst xmlns:a="http://schemas.openxmlformats.org/drawingml/2006/main">
              <a:ext uri="{FF2B5EF4-FFF2-40B4-BE49-F238E27FC236}">
                <a16:creationId xmlns:a16="http://schemas.microsoft.com/office/drawing/2014/main" id="{0C94645F-D5F5-4B7B-B8AE-A01DEFA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145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D7F7B"/>
            </a:solidFill>
            <a:prstDash val="solid"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7cece8dce4e5c">
            <a:extLst>
              <a:ext uri="{96DAC541-7B7A-43D3-8B79-37D633B846F1}">
                <asvg:svgBlip xmlns:asvg="http://schemas.microsoft.com/office/drawing/2016/SVG/main" r:embed="R1ecd8c20953b46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4003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2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3C4D82E6-1329-46B8-83D0-28F2DBF4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7F7B"/>
                </a:solidFill>
              </a:defRPr>
            </a:pPr>
            <a:r>
              <a:rPr sz="1200" b="1" i="0">
                <a:solidFill>
                  <a:srgbClr val="2D7F7B"/>
                </a:solidFill>
              </a:rPr>
              <a:t>Reevaluate</a:t>
            </a:r>
          </a:p>
        </p:txBody>
      </p:sp>
      <p:sp>
        <p:nvSpPr>
          <p:cNvPr id="63" name="reevaluate-rule">
            <a:extLst xmlns:a="http://schemas.openxmlformats.org/drawingml/2006/main">
              <a:ext uri="{FF2B5EF4-FFF2-40B4-BE49-F238E27FC236}">
                <a16:creationId xmlns:a16="http://schemas.microsoft.com/office/drawing/2014/main" id="{FA2F73FD-27FA-4182-AE88-F0330FA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D7F7B"/>
                </a:solidFill>
              </a:defRPr>
            </a:pPr>
            <a:r>
              <a:rPr sz="900" b="1" i="0">
                <a:solidFill>
                  <a:srgbClr val="2D7F7B"/>
                </a:solidFill>
              </a:rPr>
              <a:t>defer q until after refresh</a:t>
            </a:r>
          </a:p>
        </p:txBody>
      </p:sp>
      <p:sp>
        <p:nvSpPr>
          <p:cNvPr id="64" name="r-s0-state">
            <a:extLst xmlns:a="http://schemas.openxmlformats.org/drawingml/2006/main">
              <a:ext uri="{FF2B5EF4-FFF2-40B4-BE49-F238E27FC236}">
                <a16:creationId xmlns:a16="http://schemas.microsoft.com/office/drawing/2014/main" id="{DD4A257B-8F70-4697-8BF7-3D180684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0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65" name="r-s0-other-0">
            <a:extLst xmlns:a="http://schemas.openxmlformats.org/drawingml/2006/main">
              <a:ext uri="{FF2B5EF4-FFF2-40B4-BE49-F238E27FC236}">
                <a16:creationId xmlns:a16="http://schemas.microsoft.com/office/drawing/2014/main" id="{2A48B277-168E-4497-985B-5A0C451B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6" name="r-s0-other-1">
            <a:extLst xmlns:a="http://schemas.openxmlformats.org/drawingml/2006/main">
              <a:ext uri="{FF2B5EF4-FFF2-40B4-BE49-F238E27FC236}">
                <a16:creationId xmlns:a16="http://schemas.microsoft.com/office/drawing/2014/main" id="{7F6A8856-4684-432F-A0A2-ED06D90C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7" name="r-s0-other-2">
            <a:extLst xmlns:a="http://schemas.openxmlformats.org/drawingml/2006/main">
              <a:ext uri="{FF2B5EF4-FFF2-40B4-BE49-F238E27FC236}">
                <a16:creationId xmlns:a16="http://schemas.microsoft.com/office/drawing/2014/main" id="{D1EC6CC3-D586-46B1-94A0-F63EFC33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8" name="r-s0-other-3">
            <a:extLst xmlns:a="http://schemas.openxmlformats.org/drawingml/2006/main">
              <a:ext uri="{FF2B5EF4-FFF2-40B4-BE49-F238E27FC236}">
                <a16:creationId xmlns:a16="http://schemas.microsoft.com/office/drawing/2014/main" id="{68A9F414-0569-4825-9C23-2F7DCB83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9" name="r-s0-a">
            <a:extLst xmlns:a="http://schemas.openxmlformats.org/drawingml/2006/main">
              <a:ext uri="{FF2B5EF4-FFF2-40B4-BE49-F238E27FC236}">
                <a16:creationId xmlns:a16="http://schemas.microsoft.com/office/drawing/2014/main" id="{3F021B4C-442F-4C93-8B2F-8A87DDCB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0" name="r-refresh-node">
            <a:extLst xmlns:a="http://schemas.openxmlformats.org/drawingml/2006/main">
              <a:ext uri="{FF2B5EF4-FFF2-40B4-BE49-F238E27FC236}">
                <a16:creationId xmlns:a16="http://schemas.microsoft.com/office/drawing/2014/main" id="{A630133B-0F1F-40BC-9BA3-516AD7B5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6899D"/>
            </a:solidFill>
            <a:prstDash val="solid"/>
          </a:ln>
        </p:spPr>
      </p:sp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30ec08fcf426a">
            <a:extLst>
              <a:ext uri="{96DAC541-7B7A-43D3-8B79-37D633B846F1}">
                <asvg:svgBlip xmlns:asvg="http://schemas.microsoft.com/office/drawing/2016/SVG/main" r:embed="R56342cc5f5774c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95725" y="25717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2" name="r-s1-state">
            <a:extLst xmlns:a="http://schemas.openxmlformats.org/drawingml/2006/main">
              <a:ext uri="{FF2B5EF4-FFF2-40B4-BE49-F238E27FC236}">
                <a16:creationId xmlns:a16="http://schemas.microsoft.com/office/drawing/2014/main" id="{4C660780-79B0-4E96-A200-067368DA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73" name="r-s1-other-0">
            <a:extLst xmlns:a="http://schemas.openxmlformats.org/drawingml/2006/main">
              <a:ext uri="{FF2B5EF4-FFF2-40B4-BE49-F238E27FC236}">
                <a16:creationId xmlns:a16="http://schemas.microsoft.com/office/drawing/2014/main" id="{21866728-F6EC-48EC-920D-F77D09E6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4" name="r-s1-other-1">
            <a:extLst xmlns:a="http://schemas.openxmlformats.org/drawingml/2006/main">
              <a:ext uri="{FF2B5EF4-FFF2-40B4-BE49-F238E27FC236}">
                <a16:creationId xmlns:a16="http://schemas.microsoft.com/office/drawing/2014/main" id="{9B18E433-8A9A-49CA-89F1-8DDB8E89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5" name="r-s1-other-2">
            <a:extLst xmlns:a="http://schemas.openxmlformats.org/drawingml/2006/main">
              <a:ext uri="{FF2B5EF4-FFF2-40B4-BE49-F238E27FC236}">
                <a16:creationId xmlns:a16="http://schemas.microsoft.com/office/drawing/2014/main" id="{86B947D3-06E3-48E2-89A7-A86071C3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6" name="r-s1-other-3">
            <a:extLst xmlns:a="http://schemas.openxmlformats.org/drawingml/2006/main">
              <a:ext uri="{FF2B5EF4-FFF2-40B4-BE49-F238E27FC236}">
                <a16:creationId xmlns:a16="http://schemas.microsoft.com/office/drawing/2014/main" id="{6C195D5C-4D5D-4340-B468-0C9CA5B5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7" name="r-s1-a">
            <a:extLst xmlns:a="http://schemas.openxmlformats.org/drawingml/2006/main">
              <a:ext uri="{FF2B5EF4-FFF2-40B4-BE49-F238E27FC236}">
                <a16:creationId xmlns:a16="http://schemas.microsoft.com/office/drawing/2014/main" id="{CF76F499-728D-41EF-A96D-5AC709CC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8" name="r-s1-b">
            <a:extLst xmlns:a="http://schemas.openxmlformats.org/drawingml/2006/main">
              <a:ext uri="{FF2B5EF4-FFF2-40B4-BE49-F238E27FC236}">
                <a16:creationId xmlns:a16="http://schemas.microsoft.com/office/drawing/2014/main" id="{6915031C-6D2C-4861-8D8C-D8EA1E71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9" name="r-target-circle">
            <a:extLst xmlns:a="http://schemas.openxmlformats.org/drawingml/2006/main">
              <a:ext uri="{FF2B5EF4-FFF2-40B4-BE49-F238E27FC236}">
                <a16:creationId xmlns:a16="http://schemas.microsoft.com/office/drawing/2014/main" id="{1B7C6FA9-7E5E-41B0-80AA-007C6F7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66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7F7B"/>
                </a:solidFill>
              </a:defRPr>
            </a:pPr>
            <a:r>
              <a:rPr sz="1350" b="1">
                <a:solidFill>
                  <a:srgbClr val="2D7F7B"/>
                </a:solidFill>
              </a:rPr>
              <a:t>B</a:t>
            </a:r>
          </a:p>
        </p:txBody>
      </p:sp>
      <p:sp>
        <p:nvSpPr>
          <p:cNvPr id="80" name="r-target-h">
            <a:extLst xmlns:a="http://schemas.openxmlformats.org/drawingml/2006/main">
              <a:ext uri="{FF2B5EF4-FFF2-40B4-BE49-F238E27FC236}">
                <a16:creationId xmlns:a16="http://schemas.microsoft.com/office/drawing/2014/main" id="{8D7BDC36-61FC-42E8-B841-7EF712B1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81" name="r-target-v">
            <a:extLst xmlns:a="http://schemas.openxmlformats.org/drawingml/2006/main">
              <a:ext uri="{FF2B5EF4-FFF2-40B4-BE49-F238E27FC236}">
                <a16:creationId xmlns:a16="http://schemas.microsoft.com/office/drawing/2014/main" id="{FB2143BB-53A7-4731-A39C-75D8FCD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1935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cxnSp>
        <p:nvCxnSpPr>
          <p:cNvPr id="244" name=""/>
          <p:cNvCxnSpPr>
            <a:stCxn xmlns:a="http://schemas.openxmlformats.org/drawingml/2006/main" id="64" idx="6"/>
            <a:endCxn xmlns:a="http://schemas.openxmlformats.org/drawingml/2006/main" id="70" idx="2"/>
          </p:cNvCxnSpPr>
          <p:nvPr/>
        </p:nvCxnSpPr>
        <p:spPr>
          <a:xfrm xmlns:a="http://schemas.openxmlformats.org/drawingml/2006/main">
            <a:off x="3162300" y="2667000"/>
            <a:ext cx="66675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45" name=""/>
          <p:cNvCxnSpPr>
            <a:stCxn xmlns:a="http://schemas.openxmlformats.org/drawingml/2006/main" id="70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>
            <a:off x="4152900" y="2667000"/>
            <a:ext cx="4191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46" name=""/>
          <p:cNvCxnSpPr>
            <a:stCxn xmlns:a="http://schemas.openxmlformats.org/drawingml/2006/main" id="72" idx="6"/>
            <a:endCxn xmlns:a="http://schemas.openxmlformats.org/drawingml/2006/main" id="79" idx="2"/>
          </p:cNvCxnSpPr>
          <p:nvPr/>
        </p:nvCxnSpPr>
        <p:spPr>
          <a:xfrm xmlns:a="http://schemas.openxmlformats.org/drawingml/2006/main">
            <a:off x="5105400" y="266700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85" name="r-s0-label">
            <a:extLst xmlns:a="http://schemas.openxmlformats.org/drawingml/2006/main">
              <a:ext uri="{FF2B5EF4-FFF2-40B4-BE49-F238E27FC236}">
                <a16:creationId xmlns:a16="http://schemas.microsoft.com/office/drawing/2014/main" id="{E568E1C7-4217-4573-9BF3-F013709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S0  q(S0)=A</a:t>
            </a:r>
          </a:p>
        </p:txBody>
      </p:sp>
      <p:sp>
        <p:nvSpPr>
          <p:cNvPr id="86" name="r-defer">
            <a:extLst xmlns:a="http://schemas.openxmlformats.org/drawingml/2006/main">
              <a:ext uri="{FF2B5EF4-FFF2-40B4-BE49-F238E27FC236}">
                <a16:creationId xmlns:a16="http://schemas.microsoft.com/office/drawing/2014/main" id="{C098D224-B6E3-4A77-8813-C664638A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24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DEFER q</a:t>
            </a:r>
          </a:p>
        </p:txBody>
      </p:sp>
      <p:sp>
        <p:nvSpPr>
          <p:cNvPr id="87" name="r-resolve">
            <a:extLst xmlns:a="http://schemas.openxmlformats.org/drawingml/2006/main">
              <a:ext uri="{FF2B5EF4-FFF2-40B4-BE49-F238E27FC236}">
                <a16:creationId xmlns:a16="http://schemas.microsoft.com/office/drawing/2014/main" id="{EA9643BB-DB42-410A-8E56-5FADF944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3837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D7F7B"/>
                </a:solidFill>
              </a:defRPr>
            </a:pPr>
            <a:r>
              <a:rPr sz="675" b="1" i="0">
                <a:solidFill>
                  <a:srgbClr val="2D7F7B"/>
                </a:solidFill>
              </a:rPr>
              <a:t>resolve q on S1</a:t>
            </a:r>
          </a:p>
        </p:txBody>
      </p:sp>
      <p:sp>
        <p:nvSpPr>
          <p:cNvPr id="88" name="r-s1-label">
            <a:extLst xmlns:a="http://schemas.openxmlformats.org/drawingml/2006/main">
              <a:ext uri="{FF2B5EF4-FFF2-40B4-BE49-F238E27FC236}">
                <a16:creationId xmlns:a16="http://schemas.microsoft.com/office/drawing/2014/main" id="{B37CB345-4054-4E30-8D0F-FACE533D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051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S1  q(S1)=B</a:t>
            </a:r>
          </a:p>
        </p:txBody>
      </p:sp>
      <p:sp>
        <p:nvSpPr>
          <p:cNvPr id="89" name="r-target-label">
            <a:extLst xmlns:a="http://schemas.openxmlformats.org/drawingml/2006/main">
              <a:ext uri="{FF2B5EF4-FFF2-40B4-BE49-F238E27FC236}">
                <a16:creationId xmlns:a16="http://schemas.microsoft.com/office/drawing/2014/main" id="{4E2B98D3-4322-46F1-B60F-F7B064F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9051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target B</a:t>
            </a:r>
          </a:p>
        </p:txBody>
      </p:sp>
      <p:sp>
        <p:nvSpPr>
          <p:cNvPr id="90" name="r-spark-dot-1">
            <a:extLst xmlns:a="http://schemas.openxmlformats.org/drawingml/2006/main">
              <a:ext uri="{FF2B5EF4-FFF2-40B4-BE49-F238E27FC236}">
                <a16:creationId xmlns:a16="http://schemas.microsoft.com/office/drawing/2014/main" id="{DC172FB8-8F5E-4FA9-AE23-58B755EA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38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1" name="r-spark-dot-2">
            <a:extLst xmlns:a="http://schemas.openxmlformats.org/drawingml/2006/main">
              <a:ext uri="{FF2B5EF4-FFF2-40B4-BE49-F238E27FC236}">
                <a16:creationId xmlns:a16="http://schemas.microsoft.com/office/drawing/2014/main" id="{1C216CEA-F25C-4C9B-9A2F-E6DE2B70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907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2" name="r-spark-dot-3">
            <a:extLst xmlns:a="http://schemas.openxmlformats.org/drawingml/2006/main">
              <a:ext uri="{FF2B5EF4-FFF2-40B4-BE49-F238E27FC236}">
                <a16:creationId xmlns:a16="http://schemas.microsoft.com/office/drawing/2014/main" id="{EE7B930B-2516-4C6A-82E3-7E44E69C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43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3" name="pair-invariant">
            <a:extLst xmlns:a="http://schemas.openxmlformats.org/drawingml/2006/main">
              <a:ext uri="{FF2B5EF4-FFF2-40B4-BE49-F238E27FC236}">
                <a16:creationId xmlns:a16="http://schemas.microsoft.com/office/drawing/2014/main" id="{CA48E6F1-A82A-4C28-A189-B67E3E7B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8343A"/>
                </a:solidFill>
              </a:defRPr>
            </a:pPr>
            <a:r>
              <a:rPr sz="750" b="1" i="0">
                <a:solidFill>
                  <a:srgbClr val="28343A"/>
                </a:solidFill>
              </a:rPr>
              <a:t>same world transition + same interface; only commitment timing changes</a:t>
            </a:r>
          </a:p>
        </p:txBody>
      </p:sp>
      <p:sp>
        <p:nvSpPr>
          <p:cNvPr id="94" name="line-legend">
            <a:extLst xmlns:a="http://schemas.openxmlformats.org/drawingml/2006/main">
              <a:ext uri="{FF2B5EF4-FFF2-40B4-BE49-F238E27FC236}">
                <a16:creationId xmlns:a16="http://schemas.microsoft.com/office/drawing/2014/main" id="{B0399792-A975-491B-A303-E750AF1B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623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9787E"/>
                </a:solidFill>
              </a:defRPr>
            </a:pPr>
            <a:r>
              <a:rPr sz="600" b="0" i="0">
                <a:solidFill>
                  <a:srgbClr val="69787E"/>
                </a:solidFill>
              </a:rPr>
              <a:t>solid Preserve | dashed Reevaluate</a:t>
            </a:r>
          </a:p>
        </p:txBody>
      </p:sp>
      <p:sp>
        <p:nvSpPr>
          <p:cNvPr id="95" name="same-chip">
            <a:extLst xmlns:a="http://schemas.openxmlformats.org/drawingml/2006/main">
              <a:ext uri="{FF2B5EF4-FFF2-40B4-BE49-F238E27FC236}">
                <a16:creationId xmlns:a16="http://schemas.microsoft.com/office/drawing/2014/main" id="{358F76FC-709D-42D8-9997-D3783BB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6" name="same-chip-text">
            <a:extLst xmlns:a="http://schemas.openxmlformats.org/drawingml/2006/main">
              <a:ext uri="{FF2B5EF4-FFF2-40B4-BE49-F238E27FC236}">
                <a16:creationId xmlns:a16="http://schemas.microsoft.com/office/drawing/2014/main" id="{7B33A32A-F427-4278-9209-99B7896E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3875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same controller + same interface</a:t>
            </a:r>
          </a:p>
        </p:txBody>
      </p:sp>
      <p:sp>
        <p:nvSpPr>
          <p:cNvPr id="97" name="same-chip-rule">
            <a:extLst xmlns:a="http://schemas.openxmlformats.org/drawingml/2006/main">
              <a:ext uri="{FF2B5EF4-FFF2-40B4-BE49-F238E27FC236}">
                <a16:creationId xmlns:a16="http://schemas.microsoft.com/office/drawing/2014/main" id="{2D1EE59F-EECF-4342-A5D8-9E22D92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2867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98" name="independent">
            <a:extLst xmlns:a="http://schemas.openxmlformats.org/drawingml/2006/main">
              <a:ext uri="{FF2B5EF4-FFF2-40B4-BE49-F238E27FC236}">
                <a16:creationId xmlns:a16="http://schemas.microsoft.com/office/drawing/2014/main" id="{63545367-32FC-44B3-A784-5992A5AC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048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9787E"/>
                </a:solidFill>
              </a:defRPr>
            </a:pPr>
            <a:r>
              <a:rPr sz="825" b="0" i="1">
                <a:solidFill>
                  <a:srgbClr val="69787E"/>
                </a:solidFill>
              </a:rPr>
              <a:t>two independent runs</a:t>
            </a:r>
          </a:p>
        </p:txBody>
      </p:sp>
      <p:sp>
        <p:nvSpPr>
          <p:cNvPr id="99" name="p-packet">
            <a:extLst xmlns:a="http://schemas.openxmlformats.org/drawingml/2006/main">
              <a:ext uri="{FF2B5EF4-FFF2-40B4-BE49-F238E27FC236}">
                <a16:creationId xmlns:a16="http://schemas.microsoft.com/office/drawing/2014/main" id="{0F71C24E-82A3-4FA3-90DD-9F9AB8DA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00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00" name="r-packet">
            <a:extLst xmlns:a="http://schemas.openxmlformats.org/drawingml/2006/main">
              <a:ext uri="{FF2B5EF4-FFF2-40B4-BE49-F238E27FC236}">
                <a16:creationId xmlns:a16="http://schemas.microsoft.com/office/drawing/2014/main" id="{19502B5F-A8F3-4EA1-95D8-A6780DF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1" name="probe">
            <a:extLst xmlns:a="http://schemas.openxmlformats.org/drawingml/2006/main">
              <a:ext uri="{FF2B5EF4-FFF2-40B4-BE49-F238E27FC236}">
                <a16:creationId xmlns:a16="http://schemas.microsoft.com/office/drawing/2014/main" id="{B7DC39F1-4A24-4B42-B558-26356BA7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28725"/>
            <a:ext cx="9144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16193">
            <a:solidFill>
              <a:srgbClr val="28343A"/>
            </a:solidFill>
            <a:prstDash val="solid"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ee9b43fee4382">
            <a:extLst>
              <a:ext uri="{96DAC541-7B7A-43D3-8B79-37D633B846F1}">
                <asvg:svgBlip xmlns:asvg="http://schemas.microsoft.com/office/drawing/2016/SVG/main" r:embed="Rde55cf9ea87e48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58100" y="13430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3" name="probe-title">
            <a:extLst xmlns:a="http://schemas.openxmlformats.org/drawingml/2006/main">
              <a:ext uri="{FF2B5EF4-FFF2-40B4-BE49-F238E27FC236}">
                <a16:creationId xmlns:a16="http://schemas.microsoft.com/office/drawing/2014/main" id="{1D6BA115-2E56-47BD-98B3-BF31FCC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62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0343F"/>
                </a:solidFill>
              </a:defRPr>
            </a:pPr>
            <a:r>
              <a:rPr sz="825" b="1" i="0">
                <a:solidFill>
                  <a:srgbClr val="30343F"/>
                </a:solidFill>
              </a:rPr>
              <a:t>Probe</a:t>
            </a:r>
          </a:p>
        </p:txBody>
      </p:sp>
      <p:sp>
        <p:nvSpPr>
          <p:cNvPr id="104" name="probe-kind">
            <a:extLst xmlns:a="http://schemas.openxmlformats.org/drawingml/2006/main">
              <a:ext uri="{FF2B5EF4-FFF2-40B4-BE49-F238E27FC236}">
                <a16:creationId xmlns:a16="http://schemas.microsoft.com/office/drawing/2014/main" id="{2C5A8358-401C-4978-9A63-36EF6041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3355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 i="0">
                <a:solidFill>
                  <a:srgbClr val="69787E"/>
                </a:solidFill>
              </a:defRPr>
            </a:pPr>
            <a:r>
              <a:rPr sz="525" b="1" i="0">
                <a:solidFill>
                  <a:srgbClr val="69787E"/>
                </a:solidFill>
              </a:rPr>
              <a:t>controller black box</a:t>
            </a:r>
          </a:p>
        </p:txBody>
      </p:sp>
      <p:sp>
        <p:nvSpPr>
          <p:cNvPr id="105" name="probe-dot-p">
            <a:extLst xmlns:a="http://schemas.openxmlformats.org/drawingml/2006/main">
              <a:ext uri="{FF2B5EF4-FFF2-40B4-BE49-F238E27FC236}">
                <a16:creationId xmlns:a16="http://schemas.microsoft.com/office/drawing/2014/main" id="{8385226D-3854-4CA2-882A-94437A89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24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06" name="probe-dot-r">
            <a:extLst xmlns:a="http://schemas.openxmlformats.org/drawingml/2006/main">
              <a:ext uri="{FF2B5EF4-FFF2-40B4-BE49-F238E27FC236}">
                <a16:creationId xmlns:a16="http://schemas.microsoft.com/office/drawing/2014/main" id="{776C3C96-D30F-4056-AA69-0CF90FCD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07" name="probe-blackbox">
            <a:extLst xmlns:a="http://schemas.openxmlformats.org/drawingml/2006/main">
              <a:ext uri="{FF2B5EF4-FFF2-40B4-BE49-F238E27FC236}">
                <a16:creationId xmlns:a16="http://schemas.microsoft.com/office/drawing/2014/main" id="{83DD8EC9-ED42-437C-8A37-11AA3A23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 i="0">
                <a:solidFill>
                  <a:srgbClr val="69787E"/>
                </a:solidFill>
              </a:defRPr>
            </a:pPr>
            <a:r>
              <a:rPr sz="525" b="1" i="0">
                <a:solidFill>
                  <a:srgbClr val="69787E"/>
                </a:solidFill>
              </a:rPr>
              <a:t>internals unobserved</a:t>
            </a:r>
          </a:p>
        </p:txBody>
      </p:sp>
      <p:sp>
        <p:nvSpPr>
          <p:cNvPr id="108" name="probe-io">
            <a:extLst xmlns:a="http://schemas.openxmlformats.org/drawingml/2006/main">
              <a:ext uri="{FF2B5EF4-FFF2-40B4-BE49-F238E27FC236}">
                <a16:creationId xmlns:a16="http://schemas.microsoft.com/office/drawing/2014/main" id="{03B8E2EB-1050-461C-9ECA-4BC2D9E3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9077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+ observed state</a:t>
            </a:r>
          </a:p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-&gt; target ID</a:t>
            </a:r>
          </a:p>
        </p:txBody>
      </p:sp>
      <p:sp>
        <p:nvSpPr>
          <p:cNvPr id="109" name="tp">
            <a:extLst xmlns:a="http://schemas.openxmlformats.org/drawingml/2006/main">
              <a:ext uri="{FF2B5EF4-FFF2-40B4-BE49-F238E27FC236}">
                <a16:creationId xmlns:a16="http://schemas.microsoft.com/office/drawing/2014/main" id="{8D956063-F181-4222-82F0-84DF7F4B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47800"/>
            <a:ext cx="476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AECE8"/>
          </a:solidFill>
          <a:ln xmlns:a="http://schemas.openxmlformats.org/drawingml/2006/main" w="14288">
            <a:solidFill>
              <a:srgbClr val="B94D49"/>
            </a:solidFill>
            <a:prstDash val="solid"/>
          </a:ln>
        </p:spPr>
      </p:sp>
      <p:sp>
        <p:nvSpPr>
          <p:cNvPr id="110" name="tp-text">
            <a:extLst xmlns:a="http://schemas.openxmlformats.org/drawingml/2006/main">
              <a:ext uri="{FF2B5EF4-FFF2-40B4-BE49-F238E27FC236}">
                <a16:creationId xmlns:a16="http://schemas.microsoft.com/office/drawing/2014/main" id="{A303A162-D860-456A-8A77-9E977DD8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1">
                <a:solidFill>
                  <a:srgbClr val="B94D49"/>
                </a:solidFill>
              </a:defRPr>
            </a:pPr>
            <a:r>
              <a:rPr sz="600" b="1" i="1">
                <a:solidFill>
                  <a:srgbClr val="B94D49"/>
                </a:solidFill>
              </a:rPr>
              <a:t>TP</a:t>
            </a:r>
          </a:p>
        </p:txBody>
      </p:sp>
      <p:sp>
        <p:nvSpPr>
          <p:cNvPr id="111" name="tr">
            <a:extLst xmlns:a="http://schemas.openxmlformats.org/drawingml/2006/main">
              <a:ext uri="{FF2B5EF4-FFF2-40B4-BE49-F238E27FC236}">
                <a16:creationId xmlns:a16="http://schemas.microsoft.com/office/drawing/2014/main" id="{9390919A-59B7-4D2C-8FFF-1AF6263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476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2D7F7B"/>
            </a:solidFill>
            <a:prstDash val="dash"/>
          </a:ln>
        </p:spPr>
      </p:sp>
      <p:sp>
        <p:nvSpPr>
          <p:cNvPr id="112" name="tr-text">
            <a:extLst xmlns:a="http://schemas.openxmlformats.org/drawingml/2006/main">
              <a:ext uri="{FF2B5EF4-FFF2-40B4-BE49-F238E27FC236}">
                <a16:creationId xmlns:a16="http://schemas.microsoft.com/office/drawing/2014/main" id="{E7ABC9C1-7B9E-4CC7-8A96-07B31DE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479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1">
                <a:solidFill>
                  <a:srgbClr val="2D7F7B"/>
                </a:solidFill>
              </a:defRPr>
            </a:pPr>
            <a:r>
              <a:rPr sz="600" b="1" i="1">
                <a:solidFill>
                  <a:srgbClr val="2D7F7B"/>
                </a:solidFill>
              </a:rPr>
              <a:t>TR</a:t>
            </a:r>
          </a:p>
        </p:txBody>
      </p:sp>
      <p:sp>
        <p:nvSpPr>
          <p:cNvPr id="113" name="p-in">
            <a:extLst xmlns:a="http://schemas.openxmlformats.org/drawingml/2006/main">
              <a:ext uri="{FF2B5EF4-FFF2-40B4-BE49-F238E27FC236}">
                <a16:creationId xmlns:a16="http://schemas.microsoft.com/office/drawing/2014/main" id="{07B5E911-AC6C-4595-9F4C-876CB373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621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4" name="r-in">
            <a:extLst xmlns:a="http://schemas.openxmlformats.org/drawingml/2006/main">
              <a:ext uri="{FF2B5EF4-FFF2-40B4-BE49-F238E27FC236}">
                <a16:creationId xmlns:a16="http://schemas.microsoft.com/office/drawing/2014/main" id="{4D3710F1-8494-4FF4-A03D-B23C8DBD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p-out">
            <a:extLst xmlns:a="http://schemas.openxmlformats.org/drawingml/2006/main">
              <a:ext uri="{FF2B5EF4-FFF2-40B4-BE49-F238E27FC236}">
                <a16:creationId xmlns:a16="http://schemas.microsoft.com/office/drawing/2014/main" id="{975E9517-441A-4335-ABB6-7D836501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6" name="r-out">
            <a:extLst xmlns:a="http://schemas.openxmlformats.org/drawingml/2006/main">
              <a:ext uri="{FF2B5EF4-FFF2-40B4-BE49-F238E27FC236}">
                <a16:creationId xmlns:a16="http://schemas.microsoft.com/office/drawing/2014/main" id="{154BD71A-3054-4E69-AF83-BD1BF5B5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9" name=""/>
          <p:cNvCxnSpPr>
            <a:stCxn xmlns:a="http://schemas.openxmlformats.org/drawingml/2006/main" id="99" idx="6"/>
            <a:endCxn xmlns:a="http://schemas.openxmlformats.org/drawingml/2006/main" id="113" idx="2"/>
          </p:cNvCxnSpPr>
          <p:nvPr/>
        </p:nvCxnSpPr>
        <p:spPr>
          <a:xfrm xmlns:a="http://schemas.openxmlformats.org/drawingml/2006/main" rot="5400000">
            <a:off x="7224713" y="1481138"/>
            <a:ext cx="28575" cy="228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0" name=""/>
          <p:cNvCxnSpPr>
            <a:stCxn xmlns:a="http://schemas.openxmlformats.org/drawingml/2006/main" id="100" idx="6"/>
            <a:endCxn xmlns:a="http://schemas.openxmlformats.org/drawingml/2006/main" id="114" idx="2"/>
          </p:cNvCxnSpPr>
          <p:nvPr/>
        </p:nvCxnSpPr>
        <p:spPr>
          <a:xfrm xmlns:a="http://schemas.openxmlformats.org/drawingml/2006/main" rot="5400000">
            <a:off x="7224713" y="2452688"/>
            <a:ext cx="28575" cy="228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81" name=""/>
          <p:cNvCxnSpPr>
            <a:stCxn xmlns:a="http://schemas.openxmlformats.org/drawingml/2006/main" id="115" idx="6"/>
            <a:endCxn xmlns:a="http://schemas.openxmlformats.org/drawingml/2006/main" id="109" idx="1"/>
          </p:cNvCxnSpPr>
          <p:nvPr/>
        </p:nvCxnSpPr>
        <p:spPr>
          <a:xfrm xmlns:a="http://schemas.openxmlformats.org/drawingml/2006/main" rot="16200000" flipH="1">
            <a:off x="8243888" y="1547813"/>
            <a:ext cx="9525" cy="76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2" name=""/>
          <p:cNvCxnSpPr>
            <a:stCxn xmlns:a="http://schemas.openxmlformats.org/drawingml/2006/main" id="116" idx="6"/>
            <a:endCxn xmlns:a="http://schemas.openxmlformats.org/drawingml/2006/main" id="111" idx="1"/>
          </p:cNvCxnSpPr>
          <p:nvPr/>
        </p:nvCxnSpPr>
        <p:spPr>
          <a:xfrm xmlns:a="http://schemas.openxmlformats.org/drawingml/2006/main" rot="16200000" flipH="1">
            <a:off x="8243888" y="2519363"/>
            <a:ext cx="9525" cy="76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21" name="p-in-port">
            <a:extLst xmlns:a="http://schemas.openxmlformats.org/drawingml/2006/main">
              <a:ext uri="{FF2B5EF4-FFF2-40B4-BE49-F238E27FC236}">
                <a16:creationId xmlns:a16="http://schemas.microsoft.com/office/drawing/2014/main" id="{E626FA3C-B79F-4200-9DD5-A08D5A09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2" name="r-in-port">
            <a:extLst xmlns:a="http://schemas.openxmlformats.org/drawingml/2006/main">
              <a:ext uri="{FF2B5EF4-FFF2-40B4-BE49-F238E27FC236}">
                <a16:creationId xmlns:a16="http://schemas.microsoft.com/office/drawing/2014/main" id="{98EB6B9F-2048-45A3-AF98-B19B142E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3" name="p-out-port">
            <a:extLst xmlns:a="http://schemas.openxmlformats.org/drawingml/2006/main">
              <a:ext uri="{FF2B5EF4-FFF2-40B4-BE49-F238E27FC236}">
                <a16:creationId xmlns:a16="http://schemas.microsoft.com/office/drawing/2014/main" id="{E18AC9F4-086F-427E-9D48-EA03E83D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4" name="r-out-port">
            <a:extLst xmlns:a="http://schemas.openxmlformats.org/drawingml/2006/main">
              <a:ext uri="{FF2B5EF4-FFF2-40B4-BE49-F238E27FC236}">
                <a16:creationId xmlns:a16="http://schemas.microsoft.com/office/drawing/2014/main" id="{A5439C7C-22FD-4BC8-ADFB-5110EA74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006f955ca4879">
            <a:extLst>
              <a:ext uri="{96DAC541-7B7A-43D3-8B79-37D633B846F1}">
                <asvg:svgBlip xmlns:asvg="http://schemas.microsoft.com/office/drawing/2016/SVG/main" r:embed="R7cc4e5982b7345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0" y="304800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26" name="withheld">
            <a:extLst xmlns:a="http://schemas.openxmlformats.org/drawingml/2006/main">
              <a:ext uri="{FF2B5EF4-FFF2-40B4-BE49-F238E27FC236}">
                <a16:creationId xmlns:a16="http://schemas.microsoft.com/office/drawing/2014/main" id="{B394BD5E-C8FB-4104-BC1F-A826DFAD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194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1">
                <a:solidFill>
                  <a:srgbClr val="69787E"/>
                </a:solidFill>
              </a:defRPr>
            </a:pPr>
            <a:r>
              <a:rPr sz="525" b="0" i="1">
                <a:solidFill>
                  <a:srgbClr val="69787E"/>
                </a:solidFill>
              </a:rPr>
              <a:t>Withheld: gold mode/target; normalized selector fields; generator winner IDs</a:t>
            </a:r>
          </a:p>
        </p:txBody>
      </p:sp>
      <p:sp>
        <p:nvSpPr>
          <p:cNvPr id="127" name="evidence-spine">
            <a:extLst xmlns:a="http://schemas.openxmlformats.org/drawingml/2006/main">
              <a:ext uri="{FF2B5EF4-FFF2-40B4-BE49-F238E27FC236}">
                <a16:creationId xmlns:a16="http://schemas.microsoft.com/office/drawing/2014/main" id="{BA490DA3-4093-4D25-9ADC-463AA9C2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52450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28" name="readout-1">
            <a:extLst xmlns:a="http://schemas.openxmlformats.org/drawingml/2006/main">
              <a:ext uri="{FF2B5EF4-FFF2-40B4-BE49-F238E27FC236}">
                <a16:creationId xmlns:a16="http://schemas.microsoft.com/office/drawing/2014/main" id="{BC8D3A94-8A86-44C5-ACF2-C8B6C8D1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3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899D"/>
                </a:solidFill>
              </a:defRPr>
            </a:pPr>
            <a:r>
              <a:rPr sz="1050" b="1">
                <a:solidFill>
                  <a:srgbClr val="66899D"/>
                </a:solidFill>
              </a:rPr>
              <a:t>1</a:t>
            </a:r>
          </a:p>
        </p:txBody>
      </p:sp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f8e4eaaa34da5">
            <a:extLst>
              <a:ext uri="{96DAC541-7B7A-43D3-8B79-37D633B846F1}">
                <asvg:svgBlip xmlns:asvg="http://schemas.microsoft.com/office/drawing/2016/SVG/main" r:embed="R270e1ac4ac6645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82125" y="5238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0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9D634DAE-D548-43F1-8628-B93DBEBD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0343F"/>
                </a:solidFill>
              </a:defRPr>
            </a:pPr>
            <a:r>
              <a:rPr sz="1050" b="1" i="0">
                <a:solidFill>
                  <a:srgbClr val="30343F"/>
                </a:solidFill>
              </a:rPr>
              <a:t>PairAcc</a:t>
            </a:r>
          </a:p>
        </p:txBody>
      </p:sp>
      <p:sp>
        <p:nvSpPr>
          <p:cNvPr id="131" name="pairacc-formula">
            <a:extLst xmlns:a="http://schemas.openxmlformats.org/drawingml/2006/main">
              <a:ext uri="{FF2B5EF4-FFF2-40B4-BE49-F238E27FC236}">
                <a16:creationId xmlns:a16="http://schemas.microsoft.com/office/drawing/2014/main" id="{D38CE0E6-2AFD-4913-9343-FD569EA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4825"/>
            <a:ext cx="15906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iracc-formula-text">
            <a:extLst xmlns:a="http://schemas.openxmlformats.org/drawingml/2006/main">
              <a:ext uri="{FF2B5EF4-FFF2-40B4-BE49-F238E27FC236}">
                <a16:creationId xmlns:a16="http://schemas.microsoft.com/office/drawing/2014/main" id="{1616CA2C-95B7-4F71-90B7-12D4D028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429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1">
                <a:solidFill>
                  <a:srgbClr val="30343F"/>
                </a:solidFill>
              </a:defRPr>
            </a:pPr>
            <a:r>
              <a:rPr sz="975" b="1" i="1">
                <a:solidFill>
                  <a:srgbClr val="30343F"/>
                </a:solidFill>
              </a:rPr>
              <a:t>T_P=A  AND  T_R=B</a:t>
            </a:r>
          </a:p>
        </p:txBody>
      </p:sp>
      <p:sp>
        <p:nvSpPr>
          <p:cNvPr id="133" name="pairacc-denom">
            <a:extLst xmlns:a="http://schemas.openxmlformats.org/drawingml/2006/main">
              <a:ext uri="{FF2B5EF4-FFF2-40B4-BE49-F238E27FC236}">
                <a16:creationId xmlns:a16="http://schemas.microsoft.com/office/drawing/2014/main" id="{1CAAB284-2E87-44E9-95D9-54644BE9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191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87E"/>
                </a:solidFill>
              </a:defRPr>
            </a:pPr>
            <a:r>
              <a:rPr sz="825" b="0" i="0">
                <a:solidFill>
                  <a:srgbClr val="69787E"/>
                </a:solidFill>
              </a:rPr>
              <a:t>all complete changed-winner pairs</a:t>
            </a:r>
          </a:p>
        </p:txBody>
      </p:sp>
      <p:sp>
        <p:nvSpPr>
          <p:cNvPr id="134" name="c-sep-1">
            <a:extLst xmlns:a="http://schemas.openxmlformats.org/drawingml/2006/main">
              <a:ext uri="{FF2B5EF4-FFF2-40B4-BE49-F238E27FC236}">
                <a16:creationId xmlns:a16="http://schemas.microsoft.com/office/drawing/2014/main" id="{B66321CA-0E1E-4EDF-83E0-8A1B6258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06680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35" name="readout-2">
            <a:extLst xmlns:a="http://schemas.openxmlformats.org/drawingml/2006/main">
              <a:ext uri="{FF2B5EF4-FFF2-40B4-BE49-F238E27FC236}">
                <a16:creationId xmlns:a16="http://schemas.microsoft.com/office/drawing/2014/main" id="{9D78E9AC-FF36-485F-80E5-664E010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001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D49"/>
                </a:solidFill>
              </a:defRPr>
            </a:pPr>
            <a:r>
              <a:rPr sz="1050" b="1">
                <a:solidFill>
                  <a:srgbClr val="B94D49"/>
                </a:solidFill>
              </a:rPr>
              <a:t>2</a:t>
            </a:r>
          </a:p>
        </p:txBody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b5efba4f4435e">
            <a:extLst>
              <a:ext uri="{96DAC541-7B7A-43D3-8B79-37D633B846F1}">
                <asvg:svgBlip xmlns:asvg="http://schemas.microsoft.com/office/drawing/2016/SVG/main" r:embed="R6716e96f2d2d4b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82125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7" name="sub-title">
            <a:extLst xmlns:a="http://schemas.openxmlformats.org/drawingml/2006/main">
              <a:ext uri="{FF2B5EF4-FFF2-40B4-BE49-F238E27FC236}">
                <a16:creationId xmlns:a16="http://schemas.microsoft.com/office/drawing/2014/main" id="{92D886A8-2D45-43AA-B302-4ECF55A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71575"/>
            <a:ext cx="2371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0343F"/>
                </a:solidFill>
              </a:defRPr>
            </a:pPr>
            <a:r>
              <a:rPr sz="1200" b="1" i="0">
                <a:solidFill>
                  <a:srgbClr val="30343F"/>
                </a:solidFill>
              </a:rPr>
              <a:t>Conditional substitution</a:t>
            </a:r>
          </a:p>
        </p:txBody>
      </p:sp>
      <p:sp>
        <p:nvSpPr>
          <p:cNvPr id="138" name="sub-a">
            <a:extLst xmlns:a="http://schemas.openxmlformats.org/drawingml/2006/main">
              <a:ext uri="{FF2B5EF4-FFF2-40B4-BE49-F238E27FC236}">
                <a16:creationId xmlns:a16="http://schemas.microsoft.com/office/drawing/2014/main" id="{B33C819A-55C8-41C0-9C93-084CCD06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9" name="sub-clock-face">
            <a:extLst xmlns:a="http://schemas.openxmlformats.org/drawingml/2006/main">
              <a:ext uri="{FF2B5EF4-FFF2-40B4-BE49-F238E27FC236}">
                <a16:creationId xmlns:a16="http://schemas.microsoft.com/office/drawing/2014/main" id="{93E54213-C028-46F7-829F-67EA96FC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8343A"/>
            </a:solidFill>
            <a:prstDash val="solid"/>
          </a:ln>
        </p:spPr>
      </p:sp>
      <p:sp>
        <p:nvSpPr>
          <p:cNvPr id="140" name="sub-clock-hand-v">
            <a:extLst xmlns:a="http://schemas.openxmlformats.org/drawingml/2006/main">
              <a:ext uri="{FF2B5EF4-FFF2-40B4-BE49-F238E27FC236}">
                <a16:creationId xmlns:a16="http://schemas.microsoft.com/office/drawing/2014/main" id="{05F3C78E-CA62-4235-BD38-674733F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618" y="1594485"/>
            <a:ext cx="1905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41" name="sub-clock-hand-h">
            <a:extLst xmlns:a="http://schemas.openxmlformats.org/drawingml/2006/main">
              <a:ext uri="{FF2B5EF4-FFF2-40B4-BE49-F238E27FC236}">
                <a16:creationId xmlns:a16="http://schemas.microsoft.com/office/drawing/2014/main" id="{B1696ACC-E5C6-4137-905E-C41672E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618" y="1683068"/>
            <a:ext cx="628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42" name="sub-clock-hub">
            <a:extLst xmlns:a="http://schemas.openxmlformats.org/drawingml/2006/main">
              <a:ext uri="{FF2B5EF4-FFF2-40B4-BE49-F238E27FC236}">
                <a16:creationId xmlns:a16="http://schemas.microsoft.com/office/drawing/2014/main" id="{316BE02B-61FF-433E-9266-49933DA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473" y="1665923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43" name="sub-b">
            <a:extLst xmlns:a="http://schemas.openxmlformats.org/drawingml/2006/main">
              <a:ext uri="{FF2B5EF4-FFF2-40B4-BE49-F238E27FC236}">
                <a16:creationId xmlns:a16="http://schemas.microsoft.com/office/drawing/2014/main" id="{E01AC482-DAA5-42F0-88D9-E11C6703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306" name=""/>
          <p:cNvCxnSpPr>
            <a:stCxn xmlns:a="http://schemas.openxmlformats.org/drawingml/2006/main" id="138" idx="6"/>
            <a:endCxn xmlns:a="http://schemas.openxmlformats.org/drawingml/2006/main" id="139" idx="2"/>
          </p:cNvCxnSpPr>
          <p:nvPr/>
        </p:nvCxnSpPr>
        <p:spPr>
          <a:xfrm xmlns:a="http://schemas.openxmlformats.org/drawingml/2006/main">
            <a:off x="9791700" y="16859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8343A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7" name=""/>
          <p:cNvCxnSpPr>
            <a:stCxn xmlns:a="http://schemas.openxmlformats.org/drawingml/2006/main" id="139" idx="6"/>
            <a:endCxn xmlns:a="http://schemas.openxmlformats.org/drawingml/2006/main" id="143" idx="2"/>
          </p:cNvCxnSpPr>
          <p:nvPr/>
        </p:nvCxnSpPr>
        <p:spPr>
          <a:xfrm xmlns:a="http://schemas.openxmlformats.org/drawingml/2006/main">
            <a:off x="10801350" y="16859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8343A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6" name="sub-label">
            <a:extLst xmlns:a="http://schemas.openxmlformats.org/drawingml/2006/main">
              <a:ext uri="{FF2B5EF4-FFF2-40B4-BE49-F238E27FC236}">
                <a16:creationId xmlns:a16="http://schemas.microsoft.com/office/drawing/2014/main" id="{B883F99E-1C33-40EF-A561-4F462E21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383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0343F"/>
                </a:solidFill>
              </a:defRPr>
            </a:pPr>
            <a:r>
              <a:rPr sz="675" b="0" i="0">
                <a:solidFill>
                  <a:srgbClr val="30343F"/>
                </a:solidFill>
              </a:rPr>
              <a:t>correct bind       refresh       final B</a:t>
            </a:r>
          </a:p>
        </p:txBody>
      </p:sp>
      <p:sp>
        <p:nvSpPr>
          <p:cNvPr id="147" name="sub-denom">
            <a:extLst xmlns:a="http://schemas.openxmlformats.org/drawingml/2006/main">
              <a:ext uri="{FF2B5EF4-FFF2-40B4-BE49-F238E27FC236}">
                <a16:creationId xmlns:a16="http://schemas.microsoft.com/office/drawing/2014/main" id="{F2C7B72F-E657-4A04-8714-89DEF45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19300"/>
            <a:ext cx="2609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0343F"/>
                </a:solidFill>
              </a:defRPr>
            </a:pPr>
            <a:r>
              <a:rPr sz="750" b="0" i="0">
                <a:solidFill>
                  <a:srgbClr val="30343F"/>
                </a:solidFill>
              </a:rPr>
              <a:t>Preserve: correct binding + completed refresh + changed winner</a:t>
            </a:r>
          </a:p>
          <a:p xmlns:a="http://schemas.openxmlformats.org/drawingml/2006/main">
            <a:pPr algn="ctr">
              <a:defRPr sz="750" b="0" i="0">
                <a:solidFill>
                  <a:srgbClr val="30343F"/>
                </a:solidFill>
              </a:defRPr>
            </a:pPr>
            <a:r>
              <a:rPr sz="750" b="0" i="0">
                <a:solidFill>
                  <a:srgbClr val="30343F"/>
                </a:solidFill>
              </a:rPr>
              <a:t>+ surviving, action-valid A</a:t>
            </a:r>
          </a:p>
        </p:txBody>
      </p:sp>
      <p:sp>
        <p:nvSpPr>
          <p:cNvPr id="148" name="c-sep-2">
            <a:extLst xmlns:a="http://schemas.openxmlformats.org/drawingml/2006/main">
              <a:ext uri="{FF2B5EF4-FFF2-40B4-BE49-F238E27FC236}">
                <a16:creationId xmlns:a16="http://schemas.microsoft.com/office/drawing/2014/main" id="{FCCD3D92-7BBC-4D8A-B7C5-5561D96A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1935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49" name="readout-3">
            <a:extLst xmlns:a="http://schemas.openxmlformats.org/drawingml/2006/main">
              <a:ext uri="{FF2B5EF4-FFF2-40B4-BE49-F238E27FC236}">
                <a16:creationId xmlns:a16="http://schemas.microsoft.com/office/drawing/2014/main" id="{5D20CC25-70CE-4202-B451-D31C4D9E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622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899D"/>
                </a:solidFill>
              </a:defRPr>
            </a:pPr>
            <a:r>
              <a:rPr sz="1050" b="1">
                <a:solidFill>
                  <a:srgbClr val="66899D"/>
                </a:solidFill>
              </a:rPr>
              <a:t>3</a:t>
            </a:r>
          </a:p>
        </p:txBody>
      </p:sp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ad9bd04bb421f">
            <a:extLst>
              <a:ext uri="{96DAC541-7B7A-43D3-8B79-37D633B846F1}">
                <asvg:svgBlip xmlns:asvg="http://schemas.microsoft.com/office/drawing/2016/SVG/main" r:embed="Rdaeb4a7672bf49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82125" y="2562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51" name="exec-title">
            <a:extLst xmlns:a="http://schemas.openxmlformats.org/drawingml/2006/main">
              <a:ext uri="{FF2B5EF4-FFF2-40B4-BE49-F238E27FC236}">
                <a16:creationId xmlns:a16="http://schemas.microsoft.com/office/drawing/2014/main" id="{3F5D3166-B7D9-46B0-8364-0281C2BA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2371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Execution subset</a:t>
            </a:r>
          </a:p>
        </p:txBody>
      </p:sp>
      <p:sp>
        <p:nvSpPr>
          <p:cNvPr id="152" name="exec-id">
            <a:extLst xmlns:a="http://schemas.openxmlformats.org/drawingml/2006/main">
              <a:ext uri="{FF2B5EF4-FFF2-40B4-BE49-F238E27FC236}">
                <a16:creationId xmlns:a16="http://schemas.microsoft.com/office/drawing/2014/main" id="{B9257EB3-59BD-4AEF-803A-1A469F0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05125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8343A"/>
            </a:solidFill>
            <a:prstDash val="solid"/>
          </a:ln>
        </p:spPr>
      </p:sp>
      <p:sp>
        <p:nvSpPr>
          <p:cNvPr id="153" name="exec-id-text">
            <a:extLst xmlns:a="http://schemas.openxmlformats.org/drawingml/2006/main">
              <a:ext uri="{FF2B5EF4-FFF2-40B4-BE49-F238E27FC236}">
                <a16:creationId xmlns:a16="http://schemas.microsoft.com/office/drawing/2014/main" id="{0BCE90D7-1F66-4DB6-8BCA-929523B2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8343A"/>
                </a:solidFill>
              </a:defRPr>
            </a:pPr>
            <a:r>
              <a:rPr sz="750" b="1" i="0">
                <a:solidFill>
                  <a:srgbClr val="28343A"/>
                </a:solidFill>
              </a:rPr>
              <a:t>ID</a:t>
            </a:r>
          </a:p>
        </p:txBody>
      </p:sp>
      <p:sp>
        <p:nvSpPr>
          <p:cNvPr id="154" name="write">
            <a:extLst xmlns:a="http://schemas.openxmlformats.org/drawingml/2006/main">
              <a:ext uri="{FF2B5EF4-FFF2-40B4-BE49-F238E27FC236}">
                <a16:creationId xmlns:a16="http://schemas.microsoft.com/office/drawing/2014/main" id="{911B30CC-6247-4B56-872F-F8B3E69B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05125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5F7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6ac03ea2b4ead">
            <a:extLst>
              <a:ext uri="{96DAC541-7B7A-43D3-8B79-37D633B846F1}">
                <asvg:svgBlip xmlns:asvg="http://schemas.microsoft.com/office/drawing/2016/SVG/main" r:embed="R1f2fe4cf39c749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39400" y="297180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56" name="write-text">
            <a:extLst xmlns:a="http://schemas.openxmlformats.org/drawingml/2006/main">
              <a:ext uri="{FF2B5EF4-FFF2-40B4-BE49-F238E27FC236}">
                <a16:creationId xmlns:a16="http://schemas.microsoft.com/office/drawing/2014/main" id="{3F4E9C72-AE75-4E37-B135-7FE6283E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241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 i="0">
                <a:solidFill>
                  <a:srgbClr val="30343F"/>
                </a:solidFill>
              </a:defRPr>
            </a:pPr>
            <a:r>
              <a:rPr sz="525" b="1" i="0">
                <a:solidFill>
                  <a:srgbClr val="30343F"/>
                </a:solidFill>
              </a:rPr>
              <a:t>WRITE</a:t>
            </a:r>
          </a:p>
        </p:txBody>
      </p:sp>
      <p:sp>
        <p:nvSpPr>
          <p:cNvPr id="157" name="diff">
            <a:extLst xmlns:a="http://schemas.openxmlformats.org/drawingml/2006/main">
              <a:ext uri="{FF2B5EF4-FFF2-40B4-BE49-F238E27FC236}">
                <a16:creationId xmlns:a16="http://schemas.microsoft.com/office/drawing/2014/main" id="{8773C407-E3EC-486D-BF2E-F3180AF5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05125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2D7F7B"/>
            </a:solidFill>
            <a:prstDash val="solid"/>
          </a:ln>
        </p:spPr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a255d44644f7d">
            <a:extLst>
              <a:ext uri="{96DAC541-7B7A-43D3-8B79-37D633B846F1}">
                <asvg:svgBlip xmlns:asvg="http://schemas.microsoft.com/office/drawing/2016/SVG/main" r:embed="Rc281dfccedba42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15700" y="297180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59" name="diff-text">
            <a:extLst xmlns:a="http://schemas.openxmlformats.org/drawingml/2006/main">
              <a:ext uri="{FF2B5EF4-FFF2-40B4-BE49-F238E27FC236}">
                <a16:creationId xmlns:a16="http://schemas.microsoft.com/office/drawing/2014/main" id="{C2147312-26ED-4338-B566-9DFF55E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924175"/>
            <a:ext cx="409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D7F7B"/>
                </a:solidFill>
              </a:defRPr>
            </a:pPr>
            <a:r>
              <a:rPr sz="675" b="1" i="0">
                <a:solidFill>
                  <a:srgbClr val="2D7F7B"/>
                </a:solidFill>
              </a:rPr>
              <a:t>DIFF</a:t>
            </a:r>
          </a:p>
        </p:txBody>
      </p:sp>
      <p:cxnSp>
        <p:nvCxnSpPr>
          <p:cNvPr id="322" name=""/>
          <p:cNvCxnSpPr>
            <a:stCxn xmlns:a="http://schemas.openxmlformats.org/drawingml/2006/main" id="152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9906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66899D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3" name=""/>
          <p:cNvCxnSpPr>
            <a:stCxn xmlns:a="http://schemas.openxmlformats.org/drawingml/2006/main" id="154" idx="3"/>
            <a:endCxn xmlns:a="http://schemas.openxmlformats.org/drawingml/2006/main" id="157" idx="1"/>
          </p:cNvCxnSpPr>
          <p:nvPr/>
        </p:nvCxnSpPr>
        <p:spPr>
          <a:xfrm xmlns:a="http://schemas.openxmlformats.org/drawingml/2006/main">
            <a:off x="11068050" y="30480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66899D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2" name="exec-denom">
            <a:extLst xmlns:a="http://schemas.openxmlformats.org/drawingml/2006/main">
              <a:ext uri="{FF2B5EF4-FFF2-40B4-BE49-F238E27FC236}">
                <a16:creationId xmlns:a16="http://schemas.microsoft.com/office/drawing/2014/main" id="{A4B7F832-D448-4E4E-B86B-12E137DB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71825"/>
            <a:ext cx="2609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87E"/>
                </a:solidFill>
              </a:defRPr>
            </a:pPr>
            <a:r>
              <a:rPr sz="675" b="0" i="0">
                <a:solidFill>
                  <a:srgbClr val="69787E"/>
                </a:solidFill>
              </a:rPr>
              <a:t>executed model-issued writes only</a:t>
            </a:r>
          </a:p>
        </p:txBody>
      </p:sp>
    </p:spTree>
    <p:extLst>
      <p:ext uri="{BB962C8B-B14F-4D97-AF65-F5344CB8AC3E}">
        <p14:creationId xmlns:p14="http://schemas.microsoft.com/office/powerpoint/2010/main" val="425812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2026-07-28T17:54:01.3420000Z</dcterms:created>
  <dcterms:modified xsi:type="dcterms:W3CDTF">2026-07-28T17:54:01.3420000Z</dcterms:modified>
</coreProperties>
</file>